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8"/>
  </p:notesMasterIdLst>
  <p:sldIdLst>
    <p:sldId id="256" r:id="rId2"/>
    <p:sldId id="261" r:id="rId3"/>
    <p:sldId id="257" r:id="rId4"/>
    <p:sldId id="258" r:id="rId5"/>
    <p:sldId id="259" r:id="rId6"/>
    <p:sldId id="262" r:id="rId7"/>
  </p:sldIdLst>
  <p:sldSz cx="12192000" cy="6858000"/>
  <p:notesSz cx="6858000" cy="9144000"/>
  <p:embeddedFontLst>
    <p:embeddedFont>
      <p:font typeface="Arial Black" panose="020B0A04020102020204" pitchFamily="34" charset="0"/>
      <p:bold r:id="rId9"/>
    </p:embeddedFont>
    <p:embeddedFont>
      <p:font typeface="Garamond" panose="02020404030301010803" pitchFamily="18" charset="0"/>
      <p:regular r:id="rId10"/>
      <p:bold r:id="rId11"/>
      <p:italic r:id="rId12"/>
    </p:embeddedFont>
    <p:embeddedFont>
      <p:font typeface="Oswald" panose="00000500000000000000" pitchFamily="2" charset="0"/>
      <p:regular r:id="rId13"/>
      <p:bold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15">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hxoD2KpHHazB0N56h5bZBI+pzW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A48133-C4D6-4038-9639-3D7559CAAFA7}" v="5" dt="2025-09-24T05:36:31.584"/>
    <p1510:client id="{0EADBB9D-1B01-4D81-8143-40B031FF67C5}" v="1" dt="2025-09-24T04:14:20.8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1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presProps" Target="presProps.xml"/><Relationship Id="rId5" Type="http://schemas.openxmlformats.org/officeDocument/2006/relationships/slide" Target="slides/slide4.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itha Vallem" userId="d100c9d894b52b1a" providerId="LiveId" clId="{6D66CC25-CA1E-4A82-94C5-5C03723FCE7D}"/>
    <pc:docChg chg="modSld">
      <pc:chgData name="Deekshitha Vallem" userId="d100c9d894b52b1a" providerId="LiveId" clId="{6D66CC25-CA1E-4A82-94C5-5C03723FCE7D}" dt="2025-09-24T08:39:47.823" v="14" actId="20577"/>
      <pc:docMkLst>
        <pc:docMk/>
      </pc:docMkLst>
      <pc:sldChg chg="modSp mod">
        <pc:chgData name="Deekshitha Vallem" userId="d100c9d894b52b1a" providerId="LiveId" clId="{6D66CC25-CA1E-4A82-94C5-5C03723FCE7D}" dt="2025-09-24T05:41:58.993" v="0" actId="113"/>
        <pc:sldMkLst>
          <pc:docMk/>
          <pc:sldMk cId="0" sldId="256"/>
        </pc:sldMkLst>
        <pc:spChg chg="mod">
          <ac:chgData name="Deekshitha Vallem" userId="d100c9d894b52b1a" providerId="LiveId" clId="{6D66CC25-CA1E-4A82-94C5-5C03723FCE7D}" dt="2025-09-24T05:41:58.993" v="0" actId="113"/>
          <ac:spMkLst>
            <pc:docMk/>
            <pc:sldMk cId="0" sldId="256"/>
            <ac:spMk id="93" creationId="{00000000-0000-0000-0000-000000000000}"/>
          </ac:spMkLst>
        </pc:spChg>
      </pc:sldChg>
      <pc:sldChg chg="modSp mod">
        <pc:chgData name="Deekshitha Vallem" userId="d100c9d894b52b1a" providerId="LiveId" clId="{6D66CC25-CA1E-4A82-94C5-5C03723FCE7D}" dt="2025-09-24T05:42:23.381" v="4" actId="1076"/>
        <pc:sldMkLst>
          <pc:docMk/>
          <pc:sldMk cId="0" sldId="259"/>
        </pc:sldMkLst>
        <pc:spChg chg="mod">
          <ac:chgData name="Deekshitha Vallem" userId="d100c9d894b52b1a" providerId="LiveId" clId="{6D66CC25-CA1E-4A82-94C5-5C03723FCE7D}" dt="2025-09-24T05:42:15.177" v="2" actId="1076"/>
          <ac:spMkLst>
            <pc:docMk/>
            <pc:sldMk cId="0" sldId="259"/>
            <ac:spMk id="4" creationId="{78DF072E-5C92-18CE-EC5B-74D00F57B930}"/>
          </ac:spMkLst>
        </pc:spChg>
        <pc:spChg chg="mod">
          <ac:chgData name="Deekshitha Vallem" userId="d100c9d894b52b1a" providerId="LiveId" clId="{6D66CC25-CA1E-4A82-94C5-5C03723FCE7D}" dt="2025-09-24T05:42:18.433" v="3" actId="1076"/>
          <ac:spMkLst>
            <pc:docMk/>
            <pc:sldMk cId="0" sldId="259"/>
            <ac:spMk id="11" creationId="{DC194A47-3B26-9BA5-FA3B-ED56ED44799C}"/>
          </ac:spMkLst>
        </pc:spChg>
        <pc:spChg chg="mod">
          <ac:chgData name="Deekshitha Vallem" userId="d100c9d894b52b1a" providerId="LiveId" clId="{6D66CC25-CA1E-4A82-94C5-5C03723FCE7D}" dt="2025-09-24T05:42:23.381" v="4" actId="1076"/>
          <ac:spMkLst>
            <pc:docMk/>
            <pc:sldMk cId="0" sldId="259"/>
            <ac:spMk id="12" creationId="{9515D1F5-20BF-C990-6D67-098C9845573C}"/>
          </ac:spMkLst>
        </pc:spChg>
      </pc:sldChg>
      <pc:sldChg chg="modSp mod">
        <pc:chgData name="Deekshitha Vallem" userId="d100c9d894b52b1a" providerId="LiveId" clId="{6D66CC25-CA1E-4A82-94C5-5C03723FCE7D}" dt="2025-09-24T08:39:47.823" v="14" actId="20577"/>
        <pc:sldMkLst>
          <pc:docMk/>
          <pc:sldMk cId="0" sldId="262"/>
        </pc:sldMkLst>
        <pc:spChg chg="mod">
          <ac:chgData name="Deekshitha Vallem" userId="d100c9d894b52b1a" providerId="LiveId" clId="{6D66CC25-CA1E-4A82-94C5-5C03723FCE7D}" dt="2025-09-24T08:39:47.823" v="14" actId="20577"/>
          <ac:spMkLst>
            <pc:docMk/>
            <pc:sldMk cId="0" sldId="262"/>
            <ac:spMk id="2" creationId="{6EEA14ED-E023-C541-E8F7-F4EEA762233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337195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70473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55" name="Google Shape;155;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6" name="Google Shape;156;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79892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7" name="Google Shape;97;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8" name="Google Shape;98;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302490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4" name="Google Shape;114;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5" name="Google Shape;115;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99068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32" name="Google Shape;132;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48634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7" name="Google Shape;16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8" name="Google Shape;16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14485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9"/>
          <p:cNvSpPr txBox="1">
            <a:spLocks noGrp="1"/>
          </p:cNvSpPr>
          <p:nvPr>
            <p:ph type="ctrTitle"/>
          </p:nvPr>
        </p:nvSpPr>
        <p:spPr>
          <a:xfrm>
            <a:off x="914400" y="2130428"/>
            <a:ext cx="103632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9"/>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9"/>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Oswald"/>
                <a:ea typeface="Oswald"/>
                <a:cs typeface="Oswald"/>
                <a:sym typeface="Oswald"/>
              </a:defRPr>
            </a:lvl1pPr>
            <a:lvl2pPr marL="0" lvl="1" indent="0" algn="r">
              <a:spcBef>
                <a:spcPts val="0"/>
              </a:spcBef>
              <a:spcAft>
                <a:spcPts val="0"/>
              </a:spcAft>
              <a:buNone/>
              <a:defRPr sz="1200" b="0" i="0" u="none" strike="noStrike" cap="none">
                <a:solidFill>
                  <a:srgbClr val="898989"/>
                </a:solidFill>
                <a:latin typeface="Oswald"/>
                <a:ea typeface="Oswald"/>
                <a:cs typeface="Oswald"/>
                <a:sym typeface="Oswald"/>
              </a:defRPr>
            </a:lvl2pPr>
            <a:lvl3pPr marL="0" lvl="2" indent="0" algn="r">
              <a:spcBef>
                <a:spcPts val="0"/>
              </a:spcBef>
              <a:spcAft>
                <a:spcPts val="0"/>
              </a:spcAft>
              <a:buNone/>
              <a:defRPr sz="1200" b="0" i="0" u="none" strike="noStrike" cap="none">
                <a:solidFill>
                  <a:srgbClr val="898989"/>
                </a:solidFill>
                <a:latin typeface="Oswald"/>
                <a:ea typeface="Oswald"/>
                <a:cs typeface="Oswald"/>
                <a:sym typeface="Oswald"/>
              </a:defRPr>
            </a:lvl3pPr>
            <a:lvl4pPr marL="0" lvl="3" indent="0" algn="r">
              <a:spcBef>
                <a:spcPts val="0"/>
              </a:spcBef>
              <a:spcAft>
                <a:spcPts val="0"/>
              </a:spcAft>
              <a:buNone/>
              <a:defRPr sz="1200" b="0" i="0" u="none" strike="noStrike" cap="none">
                <a:solidFill>
                  <a:srgbClr val="898989"/>
                </a:solidFill>
                <a:latin typeface="Oswald"/>
                <a:ea typeface="Oswald"/>
                <a:cs typeface="Oswald"/>
                <a:sym typeface="Oswald"/>
              </a:defRPr>
            </a:lvl4pPr>
            <a:lvl5pPr marL="0" lvl="4" indent="0" algn="r">
              <a:spcBef>
                <a:spcPts val="0"/>
              </a:spcBef>
              <a:spcAft>
                <a:spcPts val="0"/>
              </a:spcAft>
              <a:buNone/>
              <a:defRPr sz="1200" b="0" i="0" u="none" strike="noStrike" cap="none">
                <a:solidFill>
                  <a:srgbClr val="898989"/>
                </a:solidFill>
                <a:latin typeface="Oswald"/>
                <a:ea typeface="Oswald"/>
                <a:cs typeface="Oswald"/>
                <a:sym typeface="Oswald"/>
              </a:defRPr>
            </a:lvl5pPr>
            <a:lvl6pPr marL="0" lvl="5" indent="0" algn="r">
              <a:spcBef>
                <a:spcPts val="0"/>
              </a:spcBef>
              <a:spcAft>
                <a:spcPts val="0"/>
              </a:spcAft>
              <a:buNone/>
              <a:defRPr sz="1200" b="0" i="0" u="none" strike="noStrike" cap="none">
                <a:solidFill>
                  <a:srgbClr val="898989"/>
                </a:solidFill>
                <a:latin typeface="Oswald"/>
                <a:ea typeface="Oswald"/>
                <a:cs typeface="Oswald"/>
                <a:sym typeface="Oswald"/>
              </a:defRPr>
            </a:lvl6pPr>
            <a:lvl7pPr marL="0" lvl="6" indent="0" algn="r">
              <a:spcBef>
                <a:spcPts val="0"/>
              </a:spcBef>
              <a:spcAft>
                <a:spcPts val="0"/>
              </a:spcAft>
              <a:buNone/>
              <a:defRPr sz="1200" b="0" i="0" u="none" strike="noStrike" cap="none">
                <a:solidFill>
                  <a:srgbClr val="898989"/>
                </a:solidFill>
                <a:latin typeface="Oswald"/>
                <a:ea typeface="Oswald"/>
                <a:cs typeface="Oswald"/>
                <a:sym typeface="Oswald"/>
              </a:defRPr>
            </a:lvl7pPr>
            <a:lvl8pPr marL="0" lvl="7" indent="0" algn="r">
              <a:spcBef>
                <a:spcPts val="0"/>
              </a:spcBef>
              <a:spcAft>
                <a:spcPts val="0"/>
              </a:spcAft>
              <a:buNone/>
              <a:defRPr sz="1200" b="0" i="0" u="none" strike="noStrike" cap="none">
                <a:solidFill>
                  <a:srgbClr val="898989"/>
                </a:solidFill>
                <a:latin typeface="Oswald"/>
                <a:ea typeface="Oswald"/>
                <a:cs typeface="Oswald"/>
                <a:sym typeface="Oswald"/>
              </a:defRPr>
            </a:lvl8pPr>
            <a:lvl9pPr marL="0" lvl="8" indent="0" algn="r">
              <a:spcBef>
                <a:spcPts val="0"/>
              </a:spcBef>
              <a:spcAft>
                <a:spcPts val="0"/>
              </a:spcAft>
              <a:buNone/>
              <a:defRPr sz="12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0"/>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10"/>
          <p:cNvSpPr txBox="1">
            <a:spLocks noGrp="1"/>
          </p:cNvSpPr>
          <p:nvPr>
            <p:ph type="body" idx="1"/>
          </p:nvPr>
        </p:nvSpPr>
        <p:spPr>
          <a:xfrm>
            <a:off x="609600" y="1095375"/>
            <a:ext cx="10972800" cy="50307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0"/>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0"/>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0"/>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1"/>
          <p:cNvSpPr txBox="1">
            <a:spLocks noGrp="1"/>
          </p:cNvSpPr>
          <p:nvPr>
            <p:ph type="title"/>
          </p:nvPr>
        </p:nvSpPr>
        <p:spPr>
          <a:xfrm>
            <a:off x="963084" y="4406903"/>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11"/>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1"/>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2"/>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12"/>
          <p:cNvSpPr txBox="1">
            <a:spLocks noGrp="1"/>
          </p:cNvSpPr>
          <p:nvPr>
            <p:ph type="body" idx="1"/>
          </p:nvPr>
        </p:nvSpPr>
        <p:spPr>
          <a:xfrm>
            <a:off x="609600" y="1600203"/>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2"/>
          <p:cNvSpPr txBox="1">
            <a:spLocks noGrp="1"/>
          </p:cNvSpPr>
          <p:nvPr>
            <p:ph type="body" idx="2"/>
          </p:nvPr>
        </p:nvSpPr>
        <p:spPr>
          <a:xfrm>
            <a:off x="6197600" y="1600203"/>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2"/>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3"/>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3"/>
          <p:cNvSpPr txBox="1">
            <a:spLocks noGrp="1"/>
          </p:cNvSpPr>
          <p:nvPr>
            <p:ph type="body" idx="3"/>
          </p:nvPr>
        </p:nvSpPr>
        <p:spPr>
          <a:xfrm>
            <a:off x="6193369"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3"/>
          <p:cNvSpPr txBox="1">
            <a:spLocks noGrp="1"/>
          </p:cNvSpPr>
          <p:nvPr>
            <p:ph type="body" idx="4"/>
          </p:nvPr>
        </p:nvSpPr>
        <p:spPr>
          <a:xfrm>
            <a:off x="6193369"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3"/>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3"/>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4"/>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14"/>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5"/>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5"/>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609602"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16"/>
          <p:cNvSpPr txBox="1">
            <a:spLocks noGrp="1"/>
          </p:cNvSpPr>
          <p:nvPr>
            <p:ph type="body" idx="1"/>
          </p:nvPr>
        </p:nvSpPr>
        <p:spPr>
          <a:xfrm>
            <a:off x="4766733" y="273053"/>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6"/>
          <p:cNvSpPr txBox="1">
            <a:spLocks noGrp="1"/>
          </p:cNvSpPr>
          <p:nvPr>
            <p:ph type="body" idx="2"/>
          </p:nvPr>
        </p:nvSpPr>
        <p:spPr>
          <a:xfrm>
            <a:off x="609602" y="1435103"/>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6"/>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6"/>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17"/>
          <p:cNvSpPr>
            <a:spLocks noGrp="1"/>
          </p:cNvSpPr>
          <p:nvPr>
            <p:ph type="pic" idx="2"/>
          </p:nvPr>
        </p:nvSpPr>
        <p:spPr>
          <a:xfrm>
            <a:off x="2389717" y="612775"/>
            <a:ext cx="7315200" cy="4114800"/>
          </a:xfrm>
          <a:prstGeom prst="rect">
            <a:avLst/>
          </a:prstGeom>
          <a:noFill/>
          <a:ln>
            <a:noFill/>
          </a:ln>
        </p:spPr>
      </p:sp>
      <p:sp>
        <p:nvSpPr>
          <p:cNvPr id="68" name="Google Shape;68;p17"/>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7"/>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7"/>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18"/>
          <p:cNvSpPr txBox="1">
            <a:spLocks noGrp="1"/>
          </p:cNvSpPr>
          <p:nvPr>
            <p:ph type="body" idx="1"/>
          </p:nvPr>
        </p:nvSpPr>
        <p:spPr>
          <a:xfrm rot="5400000">
            <a:off x="3580606" y="-1875631"/>
            <a:ext cx="5030788" cy="10972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8"/>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8"/>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rot="5400000">
            <a:off x="7285038" y="1828804"/>
            <a:ext cx="5851525" cy="2743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19"/>
          <p:cNvSpPr txBox="1">
            <a:spLocks noGrp="1"/>
          </p:cNvSpPr>
          <p:nvPr>
            <p:ph type="body" idx="1"/>
          </p:nvPr>
        </p:nvSpPr>
        <p:spPr>
          <a:xfrm rot="5400000">
            <a:off x="1697038" y="-812796"/>
            <a:ext cx="5851525" cy="8026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9"/>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9"/>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Oswald"/>
                <a:ea typeface="Oswald"/>
                <a:cs typeface="Oswald"/>
                <a:sym typeface="Oswald"/>
              </a:defRPr>
            </a:lvl1pPr>
            <a:lvl2pPr marR="0" lvl="1" algn="ctr" rtl="0">
              <a:spcBef>
                <a:spcPts val="0"/>
              </a:spcBef>
              <a:spcAft>
                <a:spcPts val="0"/>
              </a:spcAft>
              <a:buSzPts val="1400"/>
              <a:buNone/>
              <a:defRPr sz="4400" b="0" i="0" u="none" strike="noStrike" cap="none">
                <a:solidFill>
                  <a:schemeClr val="dk1"/>
                </a:solidFill>
                <a:latin typeface="Oswald"/>
                <a:ea typeface="Oswald"/>
                <a:cs typeface="Oswald"/>
                <a:sym typeface="Oswald"/>
              </a:defRPr>
            </a:lvl2pPr>
            <a:lvl3pPr marR="0" lvl="2" algn="ctr" rtl="0">
              <a:spcBef>
                <a:spcPts val="0"/>
              </a:spcBef>
              <a:spcAft>
                <a:spcPts val="0"/>
              </a:spcAft>
              <a:buSzPts val="1400"/>
              <a:buNone/>
              <a:defRPr sz="4400" b="0" i="0" u="none" strike="noStrike" cap="none">
                <a:solidFill>
                  <a:schemeClr val="dk1"/>
                </a:solidFill>
                <a:latin typeface="Oswald"/>
                <a:ea typeface="Oswald"/>
                <a:cs typeface="Oswald"/>
                <a:sym typeface="Oswald"/>
              </a:defRPr>
            </a:lvl3pPr>
            <a:lvl4pPr marR="0" lvl="3" algn="ctr" rtl="0">
              <a:spcBef>
                <a:spcPts val="0"/>
              </a:spcBef>
              <a:spcAft>
                <a:spcPts val="0"/>
              </a:spcAft>
              <a:buSzPts val="1400"/>
              <a:buNone/>
              <a:defRPr sz="4400" b="0" i="0" u="none" strike="noStrike" cap="none">
                <a:solidFill>
                  <a:schemeClr val="dk1"/>
                </a:solidFill>
                <a:latin typeface="Oswald"/>
                <a:ea typeface="Oswald"/>
                <a:cs typeface="Oswald"/>
                <a:sym typeface="Oswald"/>
              </a:defRPr>
            </a:lvl4pPr>
            <a:lvl5pPr marR="0" lvl="4" algn="ctr" rtl="0">
              <a:spcBef>
                <a:spcPts val="0"/>
              </a:spcBef>
              <a:spcAft>
                <a:spcPts val="0"/>
              </a:spcAft>
              <a:buSzPts val="1400"/>
              <a:buNone/>
              <a:defRPr sz="4400" b="0" i="0" u="none" strike="noStrike" cap="none">
                <a:solidFill>
                  <a:schemeClr val="dk1"/>
                </a:solidFill>
                <a:latin typeface="Oswald"/>
                <a:ea typeface="Oswald"/>
                <a:cs typeface="Oswald"/>
                <a:sym typeface="Oswald"/>
              </a:defRPr>
            </a:lvl5pPr>
            <a:lvl6pPr marR="0" lvl="5" algn="ctr" rtl="0">
              <a:spcBef>
                <a:spcPts val="0"/>
              </a:spcBef>
              <a:spcAft>
                <a:spcPts val="0"/>
              </a:spcAft>
              <a:buSzPts val="1400"/>
              <a:buNone/>
              <a:defRPr sz="4400" b="0" i="0" u="none" strike="noStrike" cap="none">
                <a:solidFill>
                  <a:schemeClr val="dk1"/>
                </a:solidFill>
                <a:latin typeface="Oswald"/>
                <a:ea typeface="Oswald"/>
                <a:cs typeface="Oswald"/>
                <a:sym typeface="Oswald"/>
              </a:defRPr>
            </a:lvl6pPr>
            <a:lvl7pPr marR="0" lvl="6" algn="ctr" rtl="0">
              <a:spcBef>
                <a:spcPts val="0"/>
              </a:spcBef>
              <a:spcAft>
                <a:spcPts val="0"/>
              </a:spcAft>
              <a:buSzPts val="1400"/>
              <a:buNone/>
              <a:defRPr sz="4400" b="0" i="0" u="none" strike="noStrike" cap="none">
                <a:solidFill>
                  <a:schemeClr val="dk1"/>
                </a:solidFill>
                <a:latin typeface="Oswald"/>
                <a:ea typeface="Oswald"/>
                <a:cs typeface="Oswald"/>
                <a:sym typeface="Oswald"/>
              </a:defRPr>
            </a:lvl7pPr>
            <a:lvl8pPr marR="0" lvl="7" algn="ctr" rtl="0">
              <a:spcBef>
                <a:spcPts val="0"/>
              </a:spcBef>
              <a:spcAft>
                <a:spcPts val="0"/>
              </a:spcAft>
              <a:buSzPts val="1400"/>
              <a:buNone/>
              <a:defRPr sz="4400" b="0" i="0" u="none" strike="noStrike" cap="none">
                <a:solidFill>
                  <a:schemeClr val="dk1"/>
                </a:solidFill>
                <a:latin typeface="Oswald"/>
                <a:ea typeface="Oswald"/>
                <a:cs typeface="Oswald"/>
                <a:sym typeface="Oswald"/>
              </a:defRPr>
            </a:lvl8pPr>
            <a:lvl9pPr marR="0" lvl="8" algn="ctr" rtl="0">
              <a:spcBef>
                <a:spcPts val="0"/>
              </a:spcBef>
              <a:spcAft>
                <a:spcPts val="0"/>
              </a:spcAft>
              <a:buSzPts val="1400"/>
              <a:buNone/>
              <a:defRPr sz="4400" b="0" i="0" u="none" strike="noStrike" cap="none">
                <a:solidFill>
                  <a:schemeClr val="dk1"/>
                </a:solidFill>
                <a:latin typeface="Oswald"/>
                <a:ea typeface="Oswald"/>
                <a:cs typeface="Oswald"/>
                <a:sym typeface="Oswald"/>
              </a:defRPr>
            </a:lvl9pPr>
          </a:lstStyle>
          <a:p>
            <a:endParaRPr/>
          </a:p>
        </p:txBody>
      </p:sp>
      <p:sp>
        <p:nvSpPr>
          <p:cNvPr id="11" name="Google Shape;11;p8"/>
          <p:cNvSpPr txBox="1">
            <a:spLocks noGrp="1"/>
          </p:cNvSpPr>
          <p:nvPr>
            <p:ph type="body" idx="1"/>
          </p:nvPr>
        </p:nvSpPr>
        <p:spPr>
          <a:xfrm>
            <a:off x="609600" y="1095375"/>
            <a:ext cx="10972800" cy="5030788"/>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Oswald"/>
                <a:ea typeface="Oswald"/>
                <a:cs typeface="Oswald"/>
                <a:sym typeface="Oswald"/>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Oswald"/>
                <a:ea typeface="Oswald"/>
                <a:cs typeface="Oswald"/>
                <a:sym typeface="Oswald"/>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Oswald"/>
                <a:ea typeface="Oswald"/>
                <a:cs typeface="Oswald"/>
                <a:sym typeface="Oswald"/>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Oswald"/>
                <a:ea typeface="Oswald"/>
                <a:cs typeface="Oswald"/>
                <a:sym typeface="Oswald"/>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Oswald"/>
                <a:ea typeface="Oswald"/>
                <a:cs typeface="Oswald"/>
                <a:sym typeface="Oswald"/>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8"/>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Oswald"/>
                <a:ea typeface="Oswald"/>
                <a:cs typeface="Oswald"/>
                <a:sym typeface="Oswald"/>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8"/>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Oswald"/>
                <a:ea typeface="Oswald"/>
                <a:cs typeface="Oswald"/>
                <a:sym typeface="Oswald"/>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Oswald"/>
                <a:ea typeface="Oswald"/>
                <a:cs typeface="Oswald"/>
                <a:sym typeface="Oswald"/>
              </a:defRPr>
            </a:lvl1pPr>
            <a:lvl2pPr marL="0" marR="0" lvl="1" indent="0" algn="r" rtl="0">
              <a:spcBef>
                <a:spcPts val="0"/>
              </a:spcBef>
              <a:spcAft>
                <a:spcPts val="0"/>
              </a:spcAft>
              <a:buNone/>
              <a:defRPr sz="1200" b="0" i="0" u="none" strike="noStrike" cap="none">
                <a:solidFill>
                  <a:srgbClr val="898989"/>
                </a:solidFill>
                <a:latin typeface="Oswald"/>
                <a:ea typeface="Oswald"/>
                <a:cs typeface="Oswald"/>
                <a:sym typeface="Oswald"/>
              </a:defRPr>
            </a:lvl2pPr>
            <a:lvl3pPr marL="0" marR="0" lvl="2" indent="0" algn="r" rtl="0">
              <a:spcBef>
                <a:spcPts val="0"/>
              </a:spcBef>
              <a:spcAft>
                <a:spcPts val="0"/>
              </a:spcAft>
              <a:buNone/>
              <a:defRPr sz="1200" b="0" i="0" u="none" strike="noStrike" cap="none">
                <a:solidFill>
                  <a:srgbClr val="898989"/>
                </a:solidFill>
                <a:latin typeface="Oswald"/>
                <a:ea typeface="Oswald"/>
                <a:cs typeface="Oswald"/>
                <a:sym typeface="Oswald"/>
              </a:defRPr>
            </a:lvl3pPr>
            <a:lvl4pPr marL="0" marR="0" lvl="3" indent="0" algn="r" rtl="0">
              <a:spcBef>
                <a:spcPts val="0"/>
              </a:spcBef>
              <a:spcAft>
                <a:spcPts val="0"/>
              </a:spcAft>
              <a:buNone/>
              <a:defRPr sz="1200" b="0" i="0" u="none" strike="noStrike" cap="none">
                <a:solidFill>
                  <a:srgbClr val="898989"/>
                </a:solidFill>
                <a:latin typeface="Oswald"/>
                <a:ea typeface="Oswald"/>
                <a:cs typeface="Oswald"/>
                <a:sym typeface="Oswald"/>
              </a:defRPr>
            </a:lvl4pPr>
            <a:lvl5pPr marL="0" marR="0" lvl="4" indent="0" algn="r" rtl="0">
              <a:spcBef>
                <a:spcPts val="0"/>
              </a:spcBef>
              <a:spcAft>
                <a:spcPts val="0"/>
              </a:spcAft>
              <a:buNone/>
              <a:defRPr sz="1200" b="0" i="0" u="none" strike="noStrike" cap="none">
                <a:solidFill>
                  <a:srgbClr val="898989"/>
                </a:solidFill>
                <a:latin typeface="Oswald"/>
                <a:ea typeface="Oswald"/>
                <a:cs typeface="Oswald"/>
                <a:sym typeface="Oswald"/>
              </a:defRPr>
            </a:lvl5pPr>
            <a:lvl6pPr marL="0" marR="0" lvl="5" indent="0" algn="r" rtl="0">
              <a:spcBef>
                <a:spcPts val="0"/>
              </a:spcBef>
              <a:spcAft>
                <a:spcPts val="0"/>
              </a:spcAft>
              <a:buNone/>
              <a:defRPr sz="1200" b="0" i="0" u="none" strike="noStrike" cap="none">
                <a:solidFill>
                  <a:srgbClr val="898989"/>
                </a:solidFill>
                <a:latin typeface="Oswald"/>
                <a:ea typeface="Oswald"/>
                <a:cs typeface="Oswald"/>
                <a:sym typeface="Oswald"/>
              </a:defRPr>
            </a:lvl6pPr>
            <a:lvl7pPr marL="0" marR="0" lvl="6" indent="0" algn="r" rtl="0">
              <a:spcBef>
                <a:spcPts val="0"/>
              </a:spcBef>
              <a:spcAft>
                <a:spcPts val="0"/>
              </a:spcAft>
              <a:buNone/>
              <a:defRPr sz="1200" b="0" i="0" u="none" strike="noStrike" cap="none">
                <a:solidFill>
                  <a:srgbClr val="898989"/>
                </a:solidFill>
                <a:latin typeface="Oswald"/>
                <a:ea typeface="Oswald"/>
                <a:cs typeface="Oswald"/>
                <a:sym typeface="Oswald"/>
              </a:defRPr>
            </a:lvl7pPr>
            <a:lvl8pPr marL="0" marR="0" lvl="7" indent="0" algn="r" rtl="0">
              <a:spcBef>
                <a:spcPts val="0"/>
              </a:spcBef>
              <a:spcAft>
                <a:spcPts val="0"/>
              </a:spcAft>
              <a:buNone/>
              <a:defRPr sz="1200" b="0" i="0" u="none" strike="noStrike" cap="none">
                <a:solidFill>
                  <a:srgbClr val="898989"/>
                </a:solidFill>
                <a:latin typeface="Oswald"/>
                <a:ea typeface="Oswald"/>
                <a:cs typeface="Oswald"/>
                <a:sym typeface="Oswald"/>
              </a:defRPr>
            </a:lvl8pPr>
            <a:lvl9pPr marL="0" marR="0" lvl="8" indent="0" algn="r" rtl="0">
              <a:spcBef>
                <a:spcPts val="0"/>
              </a:spcBef>
              <a:spcAft>
                <a:spcPts val="0"/>
              </a:spcAft>
              <a:buNone/>
              <a:defRPr sz="12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p:nvPr/>
        </p:nvSpPr>
        <p:spPr>
          <a:xfrm>
            <a:off x="152400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a:off x="5656780" y="851521"/>
            <a:ext cx="4638605" cy="5154967"/>
          </a:xfrm>
          <a:custGeom>
            <a:avLst/>
            <a:gdLst/>
            <a:ahLst/>
            <a:cxnLst/>
            <a:rect l="l" t="t" r="r" b="b"/>
            <a:pathLst>
              <a:path w="6184806" h="5154967" extrusionOk="0">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0" name="Google Shape;90;p1"/>
          <p:cNvPicPr preferRelativeResize="0"/>
          <p:nvPr/>
        </p:nvPicPr>
        <p:blipFill rotWithShape="1">
          <a:blip r:embed="rId3">
            <a:alphaModFix/>
          </a:blip>
          <a:srcRect r="59916"/>
          <a:stretch/>
        </p:blipFill>
        <p:spPr>
          <a:xfrm>
            <a:off x="6854891" y="1715881"/>
            <a:ext cx="3203509" cy="3426237"/>
          </a:xfrm>
          <a:prstGeom prst="rect">
            <a:avLst/>
          </a:prstGeom>
          <a:noFill/>
          <a:ln>
            <a:noFill/>
          </a:ln>
        </p:spPr>
      </p:pic>
      <p:sp>
        <p:nvSpPr>
          <p:cNvPr id="91" name="Google Shape;91;p1"/>
          <p:cNvSpPr txBox="1">
            <a:spLocks noGrp="1"/>
          </p:cNvSpPr>
          <p:nvPr>
            <p:ph type="subTitle" idx="1"/>
          </p:nvPr>
        </p:nvSpPr>
        <p:spPr>
          <a:xfrm>
            <a:off x="1245686" y="648614"/>
            <a:ext cx="85344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b="1">
              <a:solidFill>
                <a:schemeClr val="dk1"/>
              </a:solidFill>
              <a:latin typeface="Times New Roman"/>
              <a:ea typeface="Times New Roman"/>
              <a:cs typeface="Times New Roman"/>
              <a:sym typeface="Times New Roman"/>
            </a:endParaRPr>
          </a:p>
          <a:p>
            <a:pPr marL="0" lvl="0" indent="0" algn="ctr" rtl="0">
              <a:spcBef>
                <a:spcPts val="640"/>
              </a:spcBef>
              <a:spcAft>
                <a:spcPts val="0"/>
              </a:spcAft>
              <a:buClr>
                <a:schemeClr val="dk1"/>
              </a:buClr>
              <a:buSzPts val="3200"/>
              <a:buNone/>
            </a:pPr>
            <a:r>
              <a:rPr lang="en-US" b="1">
                <a:solidFill>
                  <a:schemeClr val="dk1"/>
                </a:solidFill>
                <a:latin typeface="Times New Roman"/>
                <a:ea typeface="Times New Roman"/>
                <a:cs typeface="Times New Roman"/>
                <a:sym typeface="Times New Roman"/>
              </a:rPr>
              <a:t>TITLE PAGE</a:t>
            </a:r>
            <a:endParaRPr b="1">
              <a:solidFill>
                <a:schemeClr val="dk1"/>
              </a:solidFill>
              <a:latin typeface="Times New Roman"/>
              <a:ea typeface="Times New Roman"/>
              <a:cs typeface="Times New Roman"/>
              <a:sym typeface="Times New Roman"/>
            </a:endParaRPr>
          </a:p>
        </p:txBody>
      </p:sp>
      <p:sp>
        <p:nvSpPr>
          <p:cNvPr id="92" name="Google Shape;92;p1"/>
          <p:cNvSpPr txBox="1">
            <a:spLocks noGrp="1"/>
          </p:cNvSpPr>
          <p:nvPr>
            <p:ph type="ctrTitle"/>
          </p:nvPr>
        </p:nvSpPr>
        <p:spPr>
          <a:xfrm>
            <a:off x="331286" y="-526757"/>
            <a:ext cx="10363200" cy="20764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solidFill>
                  <a:schemeClr val="dk2"/>
                </a:solidFill>
                <a:latin typeface="Garamond"/>
                <a:ea typeface="Garamond"/>
                <a:cs typeface="Garamond"/>
                <a:sym typeface="Garamond"/>
              </a:rPr>
              <a:t>SMART INDIA HACKATHON 2025</a:t>
            </a:r>
            <a:endParaRPr sz="4000" b="1" dirty="0">
              <a:solidFill>
                <a:schemeClr val="dk2"/>
              </a:solidFill>
              <a:latin typeface="Garamond"/>
              <a:ea typeface="Garamond"/>
              <a:cs typeface="Garamond"/>
              <a:sym typeface="Garamond"/>
            </a:endParaRPr>
          </a:p>
        </p:txBody>
      </p:sp>
      <p:sp>
        <p:nvSpPr>
          <p:cNvPr id="93" name="Google Shape;93;p1"/>
          <p:cNvSpPr txBox="1"/>
          <p:nvPr/>
        </p:nvSpPr>
        <p:spPr>
          <a:xfrm>
            <a:off x="414534" y="1524914"/>
            <a:ext cx="11172456" cy="48012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just" rtl="0">
              <a:lnSpc>
                <a:spcPct val="200000"/>
              </a:lnSpc>
              <a:spcBef>
                <a:spcPts val="0"/>
              </a:spcBef>
              <a:spcAft>
                <a:spcPts val="0"/>
              </a:spcAft>
              <a:buClr>
                <a:schemeClr val="dk1"/>
              </a:buClr>
              <a:buSzPts val="2400"/>
              <a:buFont typeface="Arial"/>
              <a:buChar char="•"/>
            </a:pPr>
            <a:r>
              <a:rPr lang="en-US" sz="2400" b="1" dirty="0">
                <a:solidFill>
                  <a:schemeClr val="dk1"/>
                </a:solidFill>
                <a:latin typeface="Arial"/>
                <a:ea typeface="Arial"/>
                <a:cs typeface="Arial"/>
                <a:sym typeface="Arial"/>
              </a:rPr>
              <a:t>Problem Statement ID –</a:t>
            </a:r>
            <a:r>
              <a:rPr lang="en-US" sz="2400" dirty="0">
                <a:solidFill>
                  <a:schemeClr val="dk1"/>
                </a:solidFill>
                <a:latin typeface="Arial"/>
                <a:ea typeface="Arial"/>
                <a:cs typeface="Arial"/>
                <a:sym typeface="Arial"/>
              </a:rPr>
              <a:t>SIH1534</a:t>
            </a:r>
            <a:endParaRPr sz="2400" dirty="0">
              <a:solidFill>
                <a:schemeClr val="dk1"/>
              </a:solidFill>
              <a:latin typeface="Arial"/>
              <a:ea typeface="Arial"/>
              <a:cs typeface="Arial"/>
              <a:sym typeface="Arial"/>
            </a:endParaRPr>
          </a:p>
          <a:p>
            <a:pPr marL="285750" lvl="0" indent="-285750" algn="just">
              <a:lnSpc>
                <a:spcPct val="200000"/>
              </a:lnSpc>
              <a:buClr>
                <a:schemeClr val="dk1"/>
              </a:buClr>
              <a:buSzPts val="2400"/>
              <a:buFont typeface="Arial"/>
              <a:buChar char="•"/>
            </a:pPr>
            <a:r>
              <a:rPr lang="en-US" sz="2400" b="1" dirty="0">
                <a:solidFill>
                  <a:schemeClr val="dk1"/>
                </a:solidFill>
                <a:latin typeface="Arial"/>
                <a:ea typeface="Arial"/>
                <a:cs typeface="Arial"/>
                <a:sym typeface="Arial"/>
              </a:rPr>
              <a:t>Problem Statement Title</a:t>
            </a:r>
            <a:r>
              <a:rPr lang="en-US" sz="2400" dirty="0">
                <a:solidFill>
                  <a:schemeClr val="dk1"/>
                </a:solidFill>
                <a:latin typeface="Arial"/>
                <a:ea typeface="Arial"/>
                <a:cs typeface="Arial"/>
                <a:sym typeface="Arial"/>
              </a:rPr>
              <a:t> –Student innova</a:t>
            </a:r>
            <a:r>
              <a:rPr lang="en-US" sz="2400" dirty="0">
                <a:solidFill>
                  <a:schemeClr val="dk1"/>
                </a:solidFill>
              </a:rPr>
              <a:t>tion-DYNAMIC PAKRKING </a:t>
            </a:r>
            <a:endParaRPr sz="2400" b="1" dirty="0">
              <a:solidFill>
                <a:schemeClr val="dk1"/>
              </a:solidFill>
              <a:latin typeface="Arial"/>
              <a:ea typeface="Arial"/>
              <a:cs typeface="Arial"/>
              <a:sym typeface="Arial"/>
            </a:endParaRPr>
          </a:p>
          <a:p>
            <a:pPr marL="285750" marR="0" lvl="0" indent="-285750" algn="just" rtl="0">
              <a:lnSpc>
                <a:spcPct val="200000"/>
              </a:lnSpc>
              <a:spcBef>
                <a:spcPts val="0"/>
              </a:spcBef>
              <a:spcAft>
                <a:spcPts val="0"/>
              </a:spcAft>
              <a:buClr>
                <a:schemeClr val="dk1"/>
              </a:buClr>
              <a:buSzPts val="2400"/>
              <a:buFont typeface="Arial"/>
              <a:buChar char="•"/>
            </a:pPr>
            <a:r>
              <a:rPr lang="en-US" sz="2400" b="1" dirty="0">
                <a:solidFill>
                  <a:schemeClr val="dk1"/>
                </a:solidFill>
                <a:latin typeface="Arial"/>
                <a:ea typeface="Arial"/>
                <a:cs typeface="Arial"/>
                <a:sym typeface="Arial"/>
              </a:rPr>
              <a:t>Theme-</a:t>
            </a:r>
            <a:r>
              <a:rPr lang="en-US" sz="2400" dirty="0">
                <a:solidFill>
                  <a:schemeClr val="dk1"/>
                </a:solidFill>
              </a:rPr>
              <a:t>Transportation and logistics</a:t>
            </a:r>
            <a:endParaRPr sz="2400" dirty="0">
              <a:solidFill>
                <a:schemeClr val="dk1"/>
              </a:solidFill>
              <a:latin typeface="Arial"/>
              <a:ea typeface="Arial"/>
              <a:cs typeface="Arial"/>
              <a:sym typeface="Arial"/>
            </a:endParaRPr>
          </a:p>
          <a:p>
            <a:pPr marL="285750" marR="0" lvl="0" indent="-285750" algn="just" rtl="0">
              <a:lnSpc>
                <a:spcPct val="200000"/>
              </a:lnSpc>
              <a:spcBef>
                <a:spcPts val="0"/>
              </a:spcBef>
              <a:spcAft>
                <a:spcPts val="0"/>
              </a:spcAft>
              <a:buClr>
                <a:schemeClr val="dk1"/>
              </a:buClr>
              <a:buSzPts val="2400"/>
              <a:buFont typeface="Arial"/>
              <a:buChar char="•"/>
            </a:pPr>
            <a:r>
              <a:rPr lang="en-US" sz="2400" b="1" dirty="0">
                <a:solidFill>
                  <a:schemeClr val="dk1"/>
                </a:solidFill>
                <a:latin typeface="Arial"/>
                <a:ea typeface="Arial"/>
                <a:cs typeface="Arial"/>
                <a:sym typeface="Arial"/>
              </a:rPr>
              <a:t>PS Category- </a:t>
            </a:r>
            <a:r>
              <a:rPr lang="en-US" sz="2400" dirty="0">
                <a:solidFill>
                  <a:schemeClr val="dk1"/>
                </a:solidFill>
                <a:latin typeface="Arial"/>
                <a:ea typeface="Arial"/>
                <a:cs typeface="Arial"/>
                <a:sym typeface="Arial"/>
              </a:rPr>
              <a:t>Software and Hardware</a:t>
            </a:r>
            <a:endParaRPr sz="2400" dirty="0">
              <a:solidFill>
                <a:schemeClr val="dk1"/>
              </a:solidFill>
              <a:latin typeface="Arial"/>
              <a:ea typeface="Arial"/>
              <a:cs typeface="Arial"/>
              <a:sym typeface="Arial"/>
            </a:endParaRPr>
          </a:p>
          <a:p>
            <a:pPr marL="285750" marR="0" lvl="0" indent="-285750" algn="just" rtl="0">
              <a:lnSpc>
                <a:spcPct val="200000"/>
              </a:lnSpc>
              <a:spcBef>
                <a:spcPts val="0"/>
              </a:spcBef>
              <a:spcAft>
                <a:spcPts val="0"/>
              </a:spcAft>
              <a:buClr>
                <a:schemeClr val="dk1"/>
              </a:buClr>
              <a:buSzPts val="2400"/>
              <a:buFont typeface="Arial"/>
              <a:buChar char="•"/>
            </a:pPr>
            <a:r>
              <a:rPr lang="en-US" sz="2400" b="1" dirty="0">
                <a:solidFill>
                  <a:schemeClr val="dk1"/>
                </a:solidFill>
                <a:latin typeface="Arial"/>
                <a:ea typeface="Arial"/>
                <a:cs typeface="Arial"/>
                <a:sym typeface="Arial"/>
              </a:rPr>
              <a:t>Team ID- </a:t>
            </a:r>
            <a:r>
              <a:rPr lang="en-US" sz="2400" dirty="0">
                <a:solidFill>
                  <a:schemeClr val="dk1"/>
                </a:solidFill>
                <a:latin typeface="Arial"/>
                <a:ea typeface="Arial"/>
                <a:cs typeface="Arial"/>
                <a:sym typeface="Arial"/>
              </a:rPr>
              <a:t>44</a:t>
            </a:r>
            <a:endParaRPr sz="2400" dirty="0">
              <a:solidFill>
                <a:schemeClr val="dk1"/>
              </a:solidFill>
              <a:latin typeface="Arial"/>
              <a:ea typeface="Arial"/>
              <a:cs typeface="Arial"/>
              <a:sym typeface="Arial"/>
            </a:endParaRPr>
          </a:p>
          <a:p>
            <a:pPr marL="285750" marR="0" lvl="0" indent="-285750" algn="just" rtl="0">
              <a:lnSpc>
                <a:spcPct val="200000"/>
              </a:lnSpc>
              <a:spcBef>
                <a:spcPts val="0"/>
              </a:spcBef>
              <a:spcAft>
                <a:spcPts val="0"/>
              </a:spcAft>
              <a:buClr>
                <a:schemeClr val="dk1"/>
              </a:buClr>
              <a:buSzPts val="2400"/>
              <a:buFont typeface="Arial"/>
              <a:buChar char="•"/>
            </a:pPr>
            <a:r>
              <a:rPr lang="en-US" sz="2400" b="1" dirty="0">
                <a:solidFill>
                  <a:schemeClr val="dk1"/>
                </a:solidFill>
                <a:latin typeface="Arial"/>
                <a:ea typeface="Arial"/>
                <a:cs typeface="Arial"/>
                <a:sym typeface="Arial"/>
              </a:rPr>
              <a:t>Team Name (Registered on portal)-</a:t>
            </a:r>
            <a:r>
              <a:rPr lang="en-US" sz="2400" dirty="0">
                <a:solidFill>
                  <a:schemeClr val="dk1"/>
                </a:solidFill>
              </a:rPr>
              <a:t>Acro Wizards</a:t>
            </a:r>
            <a:endParaRPr sz="2400" dirty="0">
              <a:solidFill>
                <a:schemeClr val="dk1"/>
              </a:solidFill>
              <a:latin typeface="Arial"/>
              <a:ea typeface="Arial"/>
              <a:cs typeface="Arial"/>
              <a:sym typeface="Arial"/>
            </a:endParaRPr>
          </a:p>
        </p:txBody>
      </p:sp>
      <p:pic>
        <p:nvPicPr>
          <p:cNvPr id="94" name="Google Shape;94;p1"/>
          <p:cNvPicPr preferRelativeResize="0"/>
          <p:nvPr/>
        </p:nvPicPr>
        <p:blipFill>
          <a:blip r:embed="rId4">
            <a:alphaModFix/>
          </a:blip>
          <a:stretch>
            <a:fillRect/>
          </a:stretch>
        </p:blipFill>
        <p:spPr>
          <a:xfrm>
            <a:off x="9907100" y="238575"/>
            <a:ext cx="2079532" cy="966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p:nvPr/>
        </p:nvSpPr>
        <p:spPr>
          <a:xfrm>
            <a:off x="0" y="6354762"/>
            <a:ext cx="12191999" cy="503238"/>
          </a:xfrm>
          <a:prstGeom prst="rect">
            <a:avLst/>
          </a:prstGeom>
          <a:solidFill>
            <a:srgbClr val="0070C0"/>
          </a:solidFill>
          <a:ln>
            <a:noFill/>
          </a:ln>
          <a:effectLst>
            <a:outerShdw dist="23000" dir="5400000" rotWithShape="0">
              <a:srgbClr val="808080">
                <a:alpha val="3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953734"/>
              </a:solidFill>
              <a:latin typeface="Calibri"/>
              <a:ea typeface="Calibri"/>
              <a:cs typeface="Calibri"/>
              <a:sym typeface="Calibri"/>
            </a:endParaRPr>
          </a:p>
        </p:txBody>
      </p:sp>
      <p:sp>
        <p:nvSpPr>
          <p:cNvPr id="159" name="Google Shape;159;p6"/>
          <p:cNvSpPr txBox="1">
            <a:spLocks noGrp="1"/>
          </p:cNvSpPr>
          <p:nvPr>
            <p:ph type="title"/>
          </p:nvPr>
        </p:nvSpPr>
        <p:spPr>
          <a:xfrm>
            <a:off x="560439" y="-353961"/>
            <a:ext cx="11021961" cy="183863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ea typeface="Times New Roman"/>
                <a:cs typeface="Times New Roman"/>
                <a:sym typeface="Times New Roman"/>
              </a:rPr>
              <a:t>PROBLEM STATEMENT</a:t>
            </a:r>
            <a:endParaRPr sz="3600" b="1" dirty="0">
              <a:latin typeface="Times New Roman"/>
              <a:ea typeface="Times New Roman"/>
              <a:cs typeface="Times New Roman"/>
              <a:sym typeface="Times New Roman"/>
            </a:endParaRPr>
          </a:p>
        </p:txBody>
      </p:sp>
      <p:sp>
        <p:nvSpPr>
          <p:cNvPr id="160" name="Google Shape;160;p6"/>
          <p:cNvSpPr txBox="1"/>
          <p:nvPr/>
        </p:nvSpPr>
        <p:spPr>
          <a:xfrm>
            <a:off x="436316" y="1205375"/>
            <a:ext cx="4722538" cy="5139828"/>
          </a:xfrm>
          <a:prstGeom prst="rect">
            <a:avLst/>
          </a:prstGeom>
          <a:noFill/>
          <a:ln>
            <a:noFill/>
          </a:ln>
        </p:spPr>
        <p:txBody>
          <a:bodyPr spcFirstLastPara="1" wrap="square" lIns="91425" tIns="45700" rIns="91425" bIns="45700" anchor="t" anchorCtr="0">
            <a:spAutoFit/>
          </a:bodyPr>
          <a:lstStyle/>
          <a:p>
            <a:pPr marL="342900" lvl="0" indent="-342900" algn="just">
              <a:buSzPts val="2800"/>
              <a:buFont typeface="Arial"/>
              <a:buChar char="•"/>
            </a:pPr>
            <a:r>
              <a:rPr lang="en-IN" sz="1800" dirty="0">
                <a:latin typeface="Calibri" panose="020F0502020204030204" pitchFamily="34" charset="0"/>
                <a:ea typeface="Calibri" panose="020F0502020204030204" pitchFamily="34" charset="0"/>
                <a:cs typeface="Calibri" panose="020F0502020204030204" pitchFamily="34" charset="0"/>
              </a:rPr>
              <a:t>Ideas to address the growing pressure on the cities resources ,student innovation, transport network and logistic infrastructure</a:t>
            </a:r>
          </a:p>
          <a:p>
            <a:pPr marL="342900" marR="0" lvl="0" indent="-342900" algn="just" rtl="0">
              <a:lnSpc>
                <a:spcPct val="100000"/>
              </a:lnSpc>
              <a:spcBef>
                <a:spcPts val="0"/>
              </a:spcBef>
              <a:spcAft>
                <a:spcPts val="0"/>
              </a:spcAft>
              <a:buClr>
                <a:srgbClr val="000000"/>
              </a:buClr>
              <a:buSzPts val="2800"/>
              <a:buFont typeface="Arial"/>
              <a:buChar char="•"/>
            </a:pPr>
            <a:r>
              <a:rPr lang="en-IN" sz="1800" dirty="0">
                <a:latin typeface="Calibri" panose="020F0502020204030204" pitchFamily="34" charset="0"/>
                <a:ea typeface="Calibri" panose="020F0502020204030204" pitchFamily="34" charset="0"/>
                <a:cs typeface="Calibri" panose="020F0502020204030204" pitchFamily="34" charset="0"/>
              </a:rPr>
              <a:t>With rapid increase in the number of vehicles ,cities are facing several parking challenges like fuel wastage .Dynamic parking system is required to optimise slot allocation and improve user convince</a:t>
            </a:r>
          </a:p>
          <a:p>
            <a:pPr marR="0" lvl="0" algn="just" rtl="0">
              <a:lnSpc>
                <a:spcPct val="100000"/>
              </a:lnSpc>
              <a:spcBef>
                <a:spcPts val="0"/>
              </a:spcBef>
              <a:spcAft>
                <a:spcPts val="0"/>
              </a:spcAft>
              <a:buClr>
                <a:srgbClr val="000000"/>
              </a:buClr>
              <a:buSzPts val="2800"/>
            </a:pPr>
            <a:r>
              <a:rPr lang="en-IN" sz="2000" dirty="0">
                <a:latin typeface="Arial Black" panose="020B0A04020102020204" pitchFamily="34" charset="0"/>
                <a:ea typeface="Calibri" panose="020F0502020204030204" pitchFamily="34" charset="0"/>
                <a:cs typeface="Calibri" panose="020F0502020204030204" pitchFamily="34" charset="0"/>
              </a:rPr>
              <a:t>    HOW?</a:t>
            </a:r>
          </a:p>
          <a:p>
            <a:pPr marR="0" lvl="0" algn="just" rtl="0">
              <a:lnSpc>
                <a:spcPct val="100000"/>
              </a:lnSpc>
              <a:spcBef>
                <a:spcPts val="0"/>
              </a:spcBef>
              <a:spcAft>
                <a:spcPts val="0"/>
              </a:spcAft>
              <a:buClr>
                <a:srgbClr val="000000"/>
              </a:buClr>
              <a:buSzPts val="2800"/>
            </a:pPr>
            <a:endParaRPr lang="en-IN" sz="2000" i="0" u="none" strike="noStrike" cap="none" dirty="0">
              <a:solidFill>
                <a:srgbClr val="000000"/>
              </a:solidFill>
              <a:latin typeface="Arial Black" panose="020B0A04020102020204" pitchFamily="34" charset="0"/>
              <a:ea typeface="Calibri" panose="020F0502020204030204" pitchFamily="34" charset="0"/>
              <a:cs typeface="Calibri" panose="020F0502020204030204" pitchFamily="34" charset="0"/>
              <a:sym typeface="Arial"/>
            </a:endParaRPr>
          </a:p>
          <a:p>
            <a:pPr marL="285750" marR="0" lvl="0" indent="-285750" algn="just" rtl="0">
              <a:lnSpc>
                <a:spcPct val="100000"/>
              </a:lnSpc>
              <a:spcBef>
                <a:spcPts val="0"/>
              </a:spcBef>
              <a:spcAft>
                <a:spcPts val="0"/>
              </a:spcAft>
              <a:buClr>
                <a:srgbClr val="000000"/>
              </a:buClr>
              <a:buSzPts val="2800"/>
              <a:buFont typeface="Arial" panose="020B0604020202020204" pitchFamily="34" charset="0"/>
              <a:buChar char="•"/>
            </a:pPr>
            <a:r>
              <a:rPr lang="en-IN" sz="1800" i="0" u="none" strike="noStrike" cap="none" dirty="0">
                <a:solidFill>
                  <a:srgbClr val="000000"/>
                </a:solidFill>
                <a:latin typeface="Arial"/>
                <a:ea typeface="Arial"/>
                <a:cs typeface="Arial"/>
                <a:sym typeface="Arial"/>
              </a:rPr>
              <a:t>A </a:t>
            </a:r>
            <a:r>
              <a:rPr lang="en-IN" sz="1800" dirty="0"/>
              <a:t>dynamic parking management system    is required to optimize slot allocation    and improve user convince.</a:t>
            </a:r>
          </a:p>
          <a:p>
            <a:pPr marL="285750" marR="0" lvl="0" indent="-285750" algn="just" rtl="0">
              <a:lnSpc>
                <a:spcPct val="100000"/>
              </a:lnSpc>
              <a:spcBef>
                <a:spcPts val="0"/>
              </a:spcBef>
              <a:spcAft>
                <a:spcPts val="0"/>
              </a:spcAft>
              <a:buClr>
                <a:srgbClr val="000000"/>
              </a:buClr>
              <a:buSzPts val="2800"/>
              <a:buFont typeface="Arial" panose="020B0604020202020204" pitchFamily="34" charset="0"/>
              <a:buChar char="•"/>
            </a:pPr>
            <a:r>
              <a:rPr lang="en-US" sz="1800" dirty="0"/>
              <a:t>The system can implement dynamic pricing strategies, adjusting rates based on demand, and allow for pre-booking of parking slots to optimize space allocation.</a:t>
            </a:r>
          </a:p>
          <a:p>
            <a:pPr marR="0" lvl="0" algn="just" rtl="0">
              <a:lnSpc>
                <a:spcPct val="100000"/>
              </a:lnSpc>
              <a:spcBef>
                <a:spcPts val="0"/>
              </a:spcBef>
              <a:spcAft>
                <a:spcPts val="0"/>
              </a:spcAft>
              <a:buClr>
                <a:srgbClr val="000000"/>
              </a:buClr>
              <a:buSzPts val="2800"/>
            </a:pPr>
            <a:endParaRPr lang="en-IN" sz="1800" dirty="0"/>
          </a:p>
        </p:txBody>
      </p:sp>
      <p:sp>
        <p:nvSpPr>
          <p:cNvPr id="161" name="Google Shape;161;p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FFFF"/>
              </a:buClr>
              <a:buSzPts val="1200"/>
              <a:buFont typeface="Oswald"/>
              <a:buNone/>
            </a:pPr>
            <a:fld id="{00000000-1234-1234-1234-123412341234}" type="slidenum">
              <a:rPr lang="en-US" sz="1200" b="1" i="0" u="none" strike="noStrike" cap="none">
                <a:solidFill>
                  <a:srgbClr val="FFFFFF"/>
                </a:solidFill>
                <a:latin typeface="Oswald"/>
                <a:ea typeface="Oswald"/>
                <a:cs typeface="Oswald"/>
                <a:sym typeface="Oswald"/>
              </a:rPr>
              <a:t>2</a:t>
            </a:fld>
            <a:endParaRPr sz="1200" b="1" i="0" u="none" strike="noStrike" cap="none">
              <a:solidFill>
                <a:srgbClr val="FFFFFF"/>
              </a:solidFill>
              <a:latin typeface="Oswald"/>
              <a:ea typeface="Oswald"/>
              <a:cs typeface="Oswald"/>
              <a:sym typeface="Oswald"/>
            </a:endParaRPr>
          </a:p>
        </p:txBody>
      </p:sp>
      <p:sp>
        <p:nvSpPr>
          <p:cNvPr id="162" name="Google Shape;162;p6"/>
          <p:cNvSpPr txBox="1">
            <a:spLocks noGrp="1"/>
          </p:cNvSpPr>
          <p:nvPr>
            <p:ph type="ftr" idx="11"/>
          </p:nvPr>
        </p:nvSpPr>
        <p:spPr>
          <a:xfrm>
            <a:off x="4648200" y="6356353"/>
            <a:ext cx="32040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Oswald"/>
              <a:buNone/>
            </a:pPr>
            <a:r>
              <a:rPr lang="en-IN" sz="1200" b="0" i="0" u="none" strike="noStrike" cap="none" dirty="0">
                <a:solidFill>
                  <a:srgbClr val="FFFFFF"/>
                </a:solidFill>
                <a:latin typeface="Oswald"/>
                <a:ea typeface="Oswald"/>
                <a:cs typeface="Oswald"/>
                <a:sym typeface="Oswald"/>
              </a:rPr>
              <a:t>DYNAMIC PARKING MANAGEMENT SYSTEM</a:t>
            </a:r>
            <a:endParaRPr sz="1200" b="0" i="0" u="none" strike="noStrike" cap="none" dirty="0">
              <a:solidFill>
                <a:srgbClr val="FFFFFF"/>
              </a:solidFill>
              <a:latin typeface="Oswald"/>
              <a:ea typeface="Oswald"/>
              <a:cs typeface="Oswald"/>
              <a:sym typeface="Oswald"/>
            </a:endParaRPr>
          </a:p>
        </p:txBody>
      </p:sp>
      <p:pic>
        <p:nvPicPr>
          <p:cNvPr id="164" name="Google Shape;164;p6"/>
          <p:cNvPicPr preferRelativeResize="0"/>
          <p:nvPr/>
        </p:nvPicPr>
        <p:blipFill>
          <a:blip r:embed="rId3">
            <a:alphaModFix/>
          </a:blip>
          <a:stretch>
            <a:fillRect/>
          </a:stretch>
        </p:blipFill>
        <p:spPr>
          <a:xfrm>
            <a:off x="9907100" y="238575"/>
            <a:ext cx="2079532" cy="966800"/>
          </a:xfrm>
          <a:prstGeom prst="rect">
            <a:avLst/>
          </a:prstGeom>
          <a:noFill/>
          <a:ln>
            <a:noFill/>
          </a:ln>
        </p:spPr>
      </p:pic>
      <p:sp>
        <p:nvSpPr>
          <p:cNvPr id="2" name="Google Shape;104;p2" descr="Your startup LOGO">
            <a:extLst>
              <a:ext uri="{FF2B5EF4-FFF2-40B4-BE49-F238E27FC236}">
                <a16:creationId xmlns:a16="http://schemas.microsoft.com/office/drawing/2014/main" id="{687755A9-20AC-110E-7C22-EECC3F0F96B4}"/>
              </a:ext>
            </a:extLst>
          </p:cNvPr>
          <p:cNvSpPr/>
          <p:nvPr/>
        </p:nvSpPr>
        <p:spPr>
          <a:xfrm>
            <a:off x="436316" y="238575"/>
            <a:ext cx="2452964" cy="685554"/>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ACRO WIZARDS</a:t>
            </a:r>
            <a:endParaRPr sz="1800" dirty="0">
              <a:solidFill>
                <a:schemeClr val="dk1"/>
              </a:solidFill>
              <a:latin typeface="Calibri"/>
              <a:ea typeface="Calibri"/>
              <a:cs typeface="Calibri"/>
              <a:sym typeface="Calibri"/>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1724" y="1300909"/>
            <a:ext cx="5559041" cy="40123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p:nvPr/>
        </p:nvSpPr>
        <p:spPr>
          <a:xfrm>
            <a:off x="0" y="6354762"/>
            <a:ext cx="12191999" cy="503238"/>
          </a:xfrm>
          <a:prstGeom prst="rect">
            <a:avLst/>
          </a:prstGeom>
          <a:solidFill>
            <a:srgbClr val="0070C0"/>
          </a:solidFill>
          <a:ln>
            <a:noFill/>
          </a:ln>
          <a:effectLst>
            <a:outerShdw dist="23000" dir="5400000" rotWithShape="0">
              <a:srgbClr val="80808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953734"/>
              </a:solidFill>
              <a:latin typeface="Calibri"/>
              <a:ea typeface="Calibri"/>
              <a:cs typeface="Calibri"/>
              <a:sym typeface="Calibri"/>
            </a:endParaRPr>
          </a:p>
        </p:txBody>
      </p:sp>
      <p:sp>
        <p:nvSpPr>
          <p:cNvPr id="101" name="Google Shape;101;p2"/>
          <p:cNvSpPr txBox="1">
            <a:spLocks noGrp="1"/>
          </p:cNvSpPr>
          <p:nvPr>
            <p:ph type="title"/>
          </p:nvPr>
        </p:nvSpPr>
        <p:spPr>
          <a:xfrm>
            <a:off x="198120" y="0"/>
            <a:ext cx="10972800" cy="93726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br>
              <a:rPr lang="en-US" sz="3600" b="1" dirty="0">
                <a:latin typeface="Times New Roman"/>
                <a:ea typeface="Times New Roman"/>
                <a:cs typeface="Times New Roman"/>
                <a:sym typeface="Times New Roman"/>
              </a:rPr>
            </a:br>
            <a:r>
              <a:rPr lang="en-US" sz="3600" b="1" dirty="0">
                <a:latin typeface="Times New Roman"/>
                <a:ea typeface="Times New Roman"/>
                <a:cs typeface="Times New Roman"/>
                <a:sym typeface="Times New Roman"/>
              </a:rPr>
              <a:t>SOLUTION</a:t>
            </a:r>
            <a:endParaRPr sz="3600" b="1" dirty="0">
              <a:latin typeface="Times New Roman"/>
              <a:ea typeface="Times New Roman"/>
              <a:cs typeface="Times New Roman"/>
              <a:sym typeface="Times New Roman"/>
            </a:endParaRPr>
          </a:p>
        </p:txBody>
      </p:sp>
      <p:sp>
        <p:nvSpPr>
          <p:cNvPr id="102" name="Google Shape;102;p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lt1"/>
                </a:solidFill>
              </a:rPr>
              <a:t>3</a:t>
            </a:fld>
            <a:endParaRPr b="1" dirty="0">
              <a:solidFill>
                <a:schemeClr val="lt1"/>
              </a:solidFill>
            </a:endParaRPr>
          </a:p>
        </p:txBody>
      </p:sp>
      <p:sp>
        <p:nvSpPr>
          <p:cNvPr id="103" name="Google Shape;103;p2"/>
          <p:cNvSpPr txBox="1">
            <a:spLocks noGrp="1"/>
          </p:cNvSpPr>
          <p:nvPr>
            <p:ph type="ftr" idx="11"/>
          </p:nvPr>
        </p:nvSpPr>
        <p:spPr>
          <a:xfrm>
            <a:off x="4648200" y="6356353"/>
            <a:ext cx="3204000" cy="365125"/>
          </a:xfrm>
          <a:prstGeom prst="rect">
            <a:avLst/>
          </a:prstGeom>
          <a:noFill/>
          <a:ln>
            <a:noFill/>
          </a:ln>
        </p:spPr>
        <p:txBody>
          <a:bodyPr spcFirstLastPara="1" wrap="square" lIns="91425" tIns="45700" rIns="91425" bIns="45700" anchor="ctr" anchorCtr="0">
            <a:noAutofit/>
          </a:bodyPr>
          <a:lstStyle/>
          <a:p>
            <a:endParaRPr lang="en-IN" dirty="0">
              <a:solidFill>
                <a:srgbClr val="FFFFFF"/>
              </a:solidFill>
            </a:endParaRPr>
          </a:p>
          <a:p>
            <a:r>
              <a:rPr lang="en-IN" dirty="0">
                <a:solidFill>
                  <a:srgbClr val="FFFFFF"/>
                </a:solidFill>
              </a:rPr>
              <a:t>DYNAMIC PARKING MANAGEMENT SYSTEM</a:t>
            </a:r>
          </a:p>
          <a:p>
            <a:pPr marL="0" lvl="0" indent="0" algn="ctr" rtl="0">
              <a:spcBef>
                <a:spcPts val="0"/>
              </a:spcBef>
              <a:spcAft>
                <a:spcPts val="0"/>
              </a:spcAft>
              <a:buNone/>
            </a:pPr>
            <a:endParaRPr dirty="0">
              <a:solidFill>
                <a:schemeClr val="lt1"/>
              </a:solidFill>
            </a:endParaRPr>
          </a:p>
        </p:txBody>
      </p:sp>
      <p:sp>
        <p:nvSpPr>
          <p:cNvPr id="104" name="Google Shape;104;p2" descr="Your startup LOGO"/>
          <p:cNvSpPr/>
          <p:nvPr/>
        </p:nvSpPr>
        <p:spPr>
          <a:xfrm>
            <a:off x="329565" y="252095"/>
            <a:ext cx="2452964" cy="807085"/>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ACRO WIZARDS</a:t>
            </a:r>
            <a:endParaRPr sz="1800" dirty="0">
              <a:solidFill>
                <a:schemeClr val="dk1"/>
              </a:solidFill>
              <a:latin typeface="Calibri"/>
              <a:ea typeface="Calibri"/>
              <a:cs typeface="Calibri"/>
              <a:sym typeface="Calibri"/>
            </a:endParaRPr>
          </a:p>
        </p:txBody>
      </p:sp>
      <p:sp>
        <p:nvSpPr>
          <p:cNvPr id="106" name="Google Shape;106;p2"/>
          <p:cNvSpPr txBox="1"/>
          <p:nvPr/>
        </p:nvSpPr>
        <p:spPr>
          <a:xfrm>
            <a:off x="448646" y="1445802"/>
            <a:ext cx="5105363" cy="1508065"/>
          </a:xfrm>
          <a:prstGeom prst="rect">
            <a:avLst/>
          </a:prstGeom>
          <a:noFill/>
          <a:ln>
            <a:noFill/>
          </a:ln>
        </p:spPr>
        <p:txBody>
          <a:bodyPr spcFirstLastPara="1" wrap="square" lIns="91425" tIns="45700" rIns="91425" bIns="45700" anchor="t" anchorCtr="0">
            <a:spAutoFit/>
          </a:bodyPr>
          <a:lstStyle/>
          <a:p>
            <a:pPr lvl="0"/>
            <a:r>
              <a:rPr lang="en-US" sz="2000" b="1" dirty="0">
                <a:latin typeface="Calibri"/>
                <a:ea typeface="Calibri"/>
                <a:cs typeface="Calibri"/>
                <a:sym typeface="Calibri"/>
              </a:rPr>
              <a:t>PROJECT OBJECTIVES:  </a:t>
            </a:r>
          </a:p>
          <a:p>
            <a:pPr marL="285750" lvl="0" indent="-285750">
              <a:buFont typeface="Arial" panose="020B0604020202020204" pitchFamily="34" charset="0"/>
              <a:buChar char="•"/>
            </a:pPr>
            <a:r>
              <a:rPr lang="en-US" sz="1800" dirty="0">
                <a:latin typeface="Calibri"/>
                <a:ea typeface="Calibri"/>
                <a:cs typeface="Calibri"/>
                <a:sym typeface="Calibri"/>
              </a:rPr>
              <a:t>Design an efficient parking system to provide statistical information and enhance the security of utility</a:t>
            </a:r>
            <a:r>
              <a:rPr lang="en-US" sz="1800" b="1" dirty="0">
                <a:latin typeface="Calibri"/>
                <a:ea typeface="Calibri"/>
                <a:cs typeface="Calibri"/>
                <a:sym typeface="Calibri"/>
              </a:rPr>
              <a:t>.</a:t>
            </a:r>
          </a:p>
          <a:p>
            <a:pPr marL="285750" lvl="0" indent="-285750">
              <a:buFont typeface="Arial" panose="020B0604020202020204" pitchFamily="34" charset="0"/>
              <a:buChar char="•"/>
            </a:pPr>
            <a:r>
              <a:rPr lang="en-US" sz="1800" dirty="0">
                <a:latin typeface="Calibri"/>
                <a:ea typeface="Calibri"/>
                <a:cs typeface="Calibri"/>
                <a:sym typeface="Calibri"/>
              </a:rPr>
              <a:t>Saving people‘s time in finding parking lots</a:t>
            </a:r>
            <a:r>
              <a:rPr lang="en-US" sz="1800" b="1" dirty="0">
                <a:latin typeface="Calibri"/>
                <a:ea typeface="Calibri"/>
                <a:cs typeface="Calibri"/>
                <a:sym typeface="Calibri"/>
              </a:rPr>
              <a:t>.</a:t>
            </a:r>
            <a:endParaRPr sz="1800" b="1" dirty="0">
              <a:solidFill>
                <a:srgbClr val="000000"/>
              </a:solidFill>
              <a:latin typeface="Calibri"/>
              <a:ea typeface="Calibri"/>
              <a:cs typeface="Calibri"/>
              <a:sym typeface="Calibri"/>
            </a:endParaRPr>
          </a:p>
        </p:txBody>
      </p:sp>
      <p:sp>
        <p:nvSpPr>
          <p:cNvPr id="107" name="Google Shape;107;p2"/>
          <p:cNvSpPr txBox="1"/>
          <p:nvPr/>
        </p:nvSpPr>
        <p:spPr>
          <a:xfrm>
            <a:off x="513004" y="3867561"/>
            <a:ext cx="5214735" cy="17850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000000"/>
                </a:solidFill>
                <a:latin typeface="Calibri"/>
                <a:ea typeface="Calibri"/>
                <a:cs typeface="Calibri"/>
                <a:sym typeface="Calibri"/>
              </a:rPr>
              <a:t>SOFTWARE APPROACH</a:t>
            </a:r>
            <a:r>
              <a:rPr lang="en-IN" sz="1800" b="1" dirty="0">
                <a:solidFill>
                  <a:srgbClr val="000000"/>
                </a:solidFill>
                <a:latin typeface="Calibri"/>
                <a:ea typeface="Calibri"/>
                <a:cs typeface="Calibri"/>
                <a:sym typeface="Calibri"/>
              </a:rPr>
              <a:t>:</a:t>
            </a:r>
          </a:p>
          <a:p>
            <a:pPr lvl="0"/>
            <a:r>
              <a:rPr lang="en-US" sz="1800" dirty="0">
                <a:latin typeface="Calibri"/>
                <a:ea typeface="Calibri"/>
                <a:cs typeface="Calibri"/>
                <a:sym typeface="Calibri"/>
              </a:rPr>
              <a:t>1) Vehicle entry and slot allocation</a:t>
            </a:r>
          </a:p>
          <a:p>
            <a:pPr lvl="0"/>
            <a:r>
              <a:rPr lang="en-US" sz="1800" dirty="0">
                <a:latin typeface="Calibri"/>
                <a:ea typeface="Calibri"/>
                <a:cs typeface="Calibri"/>
                <a:sym typeface="Calibri"/>
              </a:rPr>
              <a:t>2) Real time monitoring and Guidance</a:t>
            </a:r>
          </a:p>
          <a:p>
            <a:pPr lvl="0"/>
            <a:r>
              <a:rPr lang="en-US" sz="1800" dirty="0">
                <a:latin typeface="Calibri"/>
                <a:ea typeface="Calibri"/>
                <a:cs typeface="Calibri"/>
                <a:sym typeface="Calibri"/>
              </a:rPr>
              <a:t>3) Payment processing</a:t>
            </a:r>
          </a:p>
          <a:p>
            <a:pPr lvl="0"/>
            <a:r>
              <a:rPr lang="en-US" sz="1800" dirty="0">
                <a:latin typeface="Calibri"/>
                <a:ea typeface="Calibri"/>
                <a:cs typeface="Calibri"/>
                <a:sym typeface="Calibri"/>
              </a:rPr>
              <a:t>4) Exit and automated Billing</a:t>
            </a:r>
          </a:p>
          <a:p>
            <a:pPr lvl="0"/>
            <a:r>
              <a:rPr lang="en-US" sz="1800" dirty="0">
                <a:latin typeface="Calibri"/>
                <a:ea typeface="Calibri"/>
                <a:cs typeface="Calibri"/>
                <a:sym typeface="Calibri"/>
              </a:rPr>
              <a:t>5) Data collection and Reporting</a:t>
            </a:r>
            <a:r>
              <a:rPr lang="en-US" sz="1800" b="1" dirty="0">
                <a:latin typeface="Calibri"/>
                <a:ea typeface="Calibri"/>
                <a:cs typeface="Calibri"/>
                <a:sym typeface="Calibri"/>
              </a:rPr>
              <a:t>.</a:t>
            </a:r>
            <a:endParaRPr sz="1800" b="1" dirty="0">
              <a:solidFill>
                <a:srgbClr val="000000"/>
              </a:solidFill>
              <a:latin typeface="Calibri"/>
              <a:ea typeface="Calibri"/>
              <a:cs typeface="Calibri"/>
              <a:sym typeface="Calibri"/>
            </a:endParaRPr>
          </a:p>
        </p:txBody>
      </p:sp>
      <p:sp>
        <p:nvSpPr>
          <p:cNvPr id="108" name="Google Shape;108;p2"/>
          <p:cNvSpPr/>
          <p:nvPr/>
        </p:nvSpPr>
        <p:spPr>
          <a:xfrm>
            <a:off x="348597" y="3650905"/>
            <a:ext cx="5543550" cy="2323909"/>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2"/>
          <p:cNvSpPr/>
          <p:nvPr/>
        </p:nvSpPr>
        <p:spPr>
          <a:xfrm>
            <a:off x="348597" y="1205375"/>
            <a:ext cx="5543550" cy="2177415"/>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1" name="Google Shape;111;p2"/>
          <p:cNvPicPr preferRelativeResize="0"/>
          <p:nvPr/>
        </p:nvPicPr>
        <p:blipFill>
          <a:blip r:embed="rId3">
            <a:alphaModFix/>
          </a:blip>
          <a:stretch>
            <a:fillRect/>
          </a:stretch>
        </p:blipFill>
        <p:spPr>
          <a:xfrm>
            <a:off x="9907100" y="238575"/>
            <a:ext cx="2079532" cy="966800"/>
          </a:xfrm>
          <a:prstGeom prst="rect">
            <a:avLst/>
          </a:prstGeom>
          <a:noFill/>
          <a:ln>
            <a:noFill/>
          </a:ln>
        </p:spPr>
      </p:pic>
      <p:sp>
        <p:nvSpPr>
          <p:cNvPr id="2" name="Google Shape;110;p2">
            <a:extLst>
              <a:ext uri="{FF2B5EF4-FFF2-40B4-BE49-F238E27FC236}">
                <a16:creationId xmlns:a16="http://schemas.microsoft.com/office/drawing/2014/main" id="{9AD52E3B-47FA-B0DB-376E-5DB150650F79}"/>
              </a:ext>
            </a:extLst>
          </p:cNvPr>
          <p:cNvSpPr/>
          <p:nvPr/>
        </p:nvSpPr>
        <p:spPr>
          <a:xfrm>
            <a:off x="6095999" y="1207110"/>
            <a:ext cx="5543550" cy="4767704"/>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Google Shape;106;p2">
            <a:extLst>
              <a:ext uri="{FF2B5EF4-FFF2-40B4-BE49-F238E27FC236}">
                <a16:creationId xmlns:a16="http://schemas.microsoft.com/office/drawing/2014/main" id="{BEBC82DF-B1A3-1D6B-D4F0-DA6F4E1D0A94}"/>
              </a:ext>
            </a:extLst>
          </p:cNvPr>
          <p:cNvSpPr txBox="1"/>
          <p:nvPr/>
        </p:nvSpPr>
        <p:spPr>
          <a:xfrm>
            <a:off x="6275647" y="1699090"/>
            <a:ext cx="5105363" cy="4093388"/>
          </a:xfrm>
          <a:prstGeom prst="rect">
            <a:avLst/>
          </a:prstGeom>
          <a:noFill/>
          <a:ln>
            <a:noFill/>
          </a:ln>
        </p:spPr>
        <p:txBody>
          <a:bodyPr spcFirstLastPara="1" wrap="square" lIns="91425" tIns="45700" rIns="91425" bIns="45700" anchor="t" anchorCtr="0">
            <a:spAutoFit/>
          </a:bodyPr>
          <a:lstStyle/>
          <a:p>
            <a:pPr lvl="0"/>
            <a:r>
              <a:rPr lang="en-US" sz="2000" b="1" dirty="0">
                <a:latin typeface="Calibri"/>
                <a:ea typeface="Calibri"/>
                <a:cs typeface="Calibri"/>
                <a:sym typeface="Calibri"/>
              </a:rPr>
              <a:t>SOLUTION:</a:t>
            </a:r>
          </a:p>
          <a:p>
            <a:pPr lvl="0"/>
            <a:endParaRPr lang="en-US" sz="2000" b="1" dirty="0">
              <a:latin typeface="Calibri"/>
              <a:ea typeface="Calibri"/>
              <a:cs typeface="Calibri"/>
              <a:sym typeface="Calibri"/>
            </a:endParaRPr>
          </a:p>
          <a:p>
            <a:pPr lvl="0"/>
            <a:r>
              <a:rPr lang="en-US" sz="1800" dirty="0">
                <a:latin typeface="Calibri"/>
                <a:ea typeface="Calibri"/>
                <a:cs typeface="Calibri"/>
                <a:sym typeface="Calibri"/>
              </a:rPr>
              <a:t>By implementing a dynamic parking management system provides real time availability, monitoring and seamless parking</a:t>
            </a:r>
          </a:p>
          <a:p>
            <a:pPr lvl="0"/>
            <a:endParaRPr lang="en-US" sz="1800" b="1" dirty="0">
              <a:latin typeface="Calibri"/>
              <a:ea typeface="Calibri"/>
              <a:cs typeface="Calibri"/>
              <a:sym typeface="Calibri"/>
            </a:endParaRPr>
          </a:p>
          <a:p>
            <a:pPr lvl="0"/>
            <a:r>
              <a:rPr lang="en-US" sz="2000" b="1" dirty="0">
                <a:latin typeface="Calibri"/>
                <a:ea typeface="Calibri"/>
                <a:cs typeface="Calibri"/>
                <a:sym typeface="Calibri"/>
              </a:rPr>
              <a:t>WHY WE USE THIS SOLUTION:</a:t>
            </a:r>
          </a:p>
          <a:p>
            <a:pPr lvl="0"/>
            <a:endParaRPr lang="en-US" sz="2000" dirty="0">
              <a:latin typeface="Calibri"/>
              <a:ea typeface="Calibri"/>
              <a:cs typeface="Calibri"/>
              <a:sym typeface="Calibri"/>
            </a:endParaRPr>
          </a:p>
          <a:p>
            <a:pPr lvl="0"/>
            <a:r>
              <a:rPr lang="en-US" sz="1800" dirty="0">
                <a:latin typeface="Calibri"/>
                <a:ea typeface="Calibri"/>
                <a:cs typeface="Calibri"/>
                <a:sym typeface="Calibri"/>
              </a:rPr>
              <a:t>Traditional parking system Rails because the lack of real time monitoring, long search times, and user </a:t>
            </a:r>
            <a:r>
              <a:rPr lang="en-US" sz="1800" dirty="0" err="1">
                <a:latin typeface="Calibri"/>
                <a:ea typeface="Calibri"/>
                <a:cs typeface="Calibri"/>
                <a:sym typeface="Calibri"/>
              </a:rPr>
              <a:t>inconvience</a:t>
            </a:r>
            <a:r>
              <a:rPr lang="en-US" sz="1800" dirty="0">
                <a:latin typeface="Calibri"/>
                <a:ea typeface="Calibri"/>
                <a:cs typeface="Calibri"/>
                <a:sym typeface="Calibri"/>
              </a:rPr>
              <a:t>. A dynamic parking system enables and smart management efficient space utilization through real-time monitoring</a:t>
            </a:r>
          </a:p>
          <a:p>
            <a:pPr lvl="0"/>
            <a:r>
              <a:rPr lang="en-US" sz="1800" b="1" dirty="0">
                <a:latin typeface="Calibri"/>
                <a:ea typeface="Calibri"/>
                <a:cs typeface="Calibri"/>
                <a:sym typeface="Calibri"/>
              </a:rPr>
              <a:t> </a:t>
            </a:r>
            <a:endParaRPr lang="en-US" sz="1800" dirty="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3"/>
          <p:cNvSpPr/>
          <p:nvPr/>
        </p:nvSpPr>
        <p:spPr>
          <a:xfrm>
            <a:off x="1" y="6347738"/>
            <a:ext cx="12191999" cy="503238"/>
          </a:xfrm>
          <a:prstGeom prst="rect">
            <a:avLst/>
          </a:prstGeom>
          <a:solidFill>
            <a:srgbClr val="0070C0"/>
          </a:solidFill>
          <a:ln>
            <a:noFill/>
          </a:ln>
          <a:effectLst>
            <a:outerShdw dist="23000" dir="5400000" rotWithShape="0">
              <a:srgbClr val="80808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953734"/>
              </a:solidFill>
              <a:latin typeface="Calibri"/>
              <a:ea typeface="Calibri"/>
              <a:cs typeface="Calibri"/>
              <a:sym typeface="Calibri"/>
            </a:endParaRPr>
          </a:p>
        </p:txBody>
      </p:sp>
      <p:sp>
        <p:nvSpPr>
          <p:cNvPr id="118" name="Google Shape;118;p3"/>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ea typeface="Times New Roman"/>
                <a:cs typeface="Times New Roman"/>
                <a:sym typeface="Times New Roman"/>
              </a:rPr>
              <a:t>TECHNICAL APPROACH</a:t>
            </a:r>
            <a:endParaRPr sz="3600" b="1" dirty="0">
              <a:latin typeface="Times New Roman"/>
              <a:ea typeface="Times New Roman"/>
              <a:cs typeface="Times New Roman"/>
              <a:sym typeface="Times New Roman"/>
            </a:endParaRPr>
          </a:p>
        </p:txBody>
      </p:sp>
      <p:sp>
        <p:nvSpPr>
          <p:cNvPr id="120" name="Google Shape;120;p3"/>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endParaRPr lang="en-IN" dirty="0">
              <a:solidFill>
                <a:srgbClr val="FFFFFF"/>
              </a:solidFill>
            </a:endParaRPr>
          </a:p>
          <a:p>
            <a:r>
              <a:rPr lang="en-IN" dirty="0">
                <a:solidFill>
                  <a:srgbClr val="FFFFFF"/>
                </a:solidFill>
              </a:rPr>
              <a:t>DYNAMIC PARKING MANAGEMENT SYSTEM</a:t>
            </a:r>
          </a:p>
          <a:p>
            <a:pPr marL="0" lvl="0" indent="0" algn="ctr" rtl="0">
              <a:spcBef>
                <a:spcPts val="0"/>
              </a:spcBef>
              <a:spcAft>
                <a:spcPts val="0"/>
              </a:spcAft>
              <a:buNone/>
            </a:pPr>
            <a:endParaRPr dirty="0">
              <a:solidFill>
                <a:schemeClr val="lt1"/>
              </a:solidFill>
            </a:endParaRPr>
          </a:p>
        </p:txBody>
      </p:sp>
      <p:sp>
        <p:nvSpPr>
          <p:cNvPr id="119" name="Google Shape;119;p3"/>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lt1"/>
                </a:solidFill>
              </a:rPr>
              <a:t>4</a:t>
            </a:fld>
            <a:endParaRPr b="1">
              <a:solidFill>
                <a:schemeClr val="lt1"/>
              </a:solidFill>
            </a:endParaRPr>
          </a:p>
        </p:txBody>
      </p:sp>
      <p:sp>
        <p:nvSpPr>
          <p:cNvPr id="124" name="Google Shape;124;p3"/>
          <p:cNvSpPr/>
          <p:nvPr/>
        </p:nvSpPr>
        <p:spPr>
          <a:xfrm>
            <a:off x="405694" y="1103990"/>
            <a:ext cx="4351481" cy="5157633"/>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3"/>
          <p:cNvSpPr txBox="1"/>
          <p:nvPr/>
        </p:nvSpPr>
        <p:spPr>
          <a:xfrm>
            <a:off x="5447071" y="1491575"/>
            <a:ext cx="6539561" cy="36021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dirty="0">
              <a:solidFill>
                <a:schemeClr val="dk1"/>
              </a:solidFill>
              <a:latin typeface="Calibri"/>
              <a:ea typeface="Calibri"/>
              <a:cs typeface="Calibri"/>
              <a:sym typeface="Calibri"/>
            </a:endParaRPr>
          </a:p>
        </p:txBody>
      </p:sp>
      <p:pic>
        <p:nvPicPr>
          <p:cNvPr id="128" name="Google Shape;128;p3"/>
          <p:cNvPicPr preferRelativeResize="0"/>
          <p:nvPr/>
        </p:nvPicPr>
        <p:blipFill>
          <a:blip r:embed="rId3">
            <a:alphaModFix/>
          </a:blip>
          <a:stretch>
            <a:fillRect/>
          </a:stretch>
        </p:blipFill>
        <p:spPr>
          <a:xfrm>
            <a:off x="9907100" y="238575"/>
            <a:ext cx="2079532" cy="966800"/>
          </a:xfrm>
          <a:prstGeom prst="rect">
            <a:avLst/>
          </a:prstGeom>
          <a:noFill/>
          <a:ln>
            <a:noFill/>
          </a:ln>
        </p:spPr>
      </p:pic>
      <p:pic>
        <p:nvPicPr>
          <p:cNvPr id="7" name="Picture 6">
            <a:extLst>
              <a:ext uri="{FF2B5EF4-FFF2-40B4-BE49-F238E27FC236}">
                <a16:creationId xmlns:a16="http://schemas.microsoft.com/office/drawing/2014/main" id="{05590D7C-3FA2-F2A2-ED52-CA896EE559C9}"/>
              </a:ext>
            </a:extLst>
          </p:cNvPr>
          <p:cNvPicPr>
            <a:picLocks noChangeAspect="1"/>
          </p:cNvPicPr>
          <p:nvPr/>
        </p:nvPicPr>
        <p:blipFill>
          <a:blip r:embed="rId4"/>
          <a:stretch>
            <a:fillRect/>
          </a:stretch>
        </p:blipFill>
        <p:spPr>
          <a:xfrm>
            <a:off x="5268055" y="1815716"/>
            <a:ext cx="6314345" cy="3733324"/>
          </a:xfrm>
          <a:prstGeom prst="rect">
            <a:avLst/>
          </a:prstGeom>
        </p:spPr>
      </p:pic>
      <p:sp>
        <p:nvSpPr>
          <p:cNvPr id="4" name="Arrow: Pentagon 3">
            <a:extLst>
              <a:ext uri="{FF2B5EF4-FFF2-40B4-BE49-F238E27FC236}">
                <a16:creationId xmlns:a16="http://schemas.microsoft.com/office/drawing/2014/main" id="{65042751-13B8-92F5-E3DC-892CF2568DAF}"/>
              </a:ext>
            </a:extLst>
          </p:cNvPr>
          <p:cNvSpPr/>
          <p:nvPr/>
        </p:nvSpPr>
        <p:spPr>
          <a:xfrm>
            <a:off x="5121034" y="4953205"/>
            <a:ext cx="4644818" cy="659954"/>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DYNAMIC PARKING MANAGEMENT SYSTEM</a:t>
            </a:r>
          </a:p>
        </p:txBody>
      </p:sp>
      <p:sp>
        <p:nvSpPr>
          <p:cNvPr id="2" name="Google Shape;104;p2" descr="Your startup LOGO">
            <a:extLst>
              <a:ext uri="{FF2B5EF4-FFF2-40B4-BE49-F238E27FC236}">
                <a16:creationId xmlns:a16="http://schemas.microsoft.com/office/drawing/2014/main" id="{F0BA0524-90A8-5737-1A29-4AFB0BAC19F2}"/>
              </a:ext>
            </a:extLst>
          </p:cNvPr>
          <p:cNvSpPr/>
          <p:nvPr/>
        </p:nvSpPr>
        <p:spPr>
          <a:xfrm>
            <a:off x="405694" y="80863"/>
            <a:ext cx="2452964" cy="807085"/>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ACRO WIZARDS</a:t>
            </a:r>
            <a:endParaRPr sz="1800" dirty="0">
              <a:solidFill>
                <a:schemeClr val="dk1"/>
              </a:solidFill>
              <a:latin typeface="Calibri"/>
              <a:ea typeface="Calibri"/>
              <a:cs typeface="Calibri"/>
              <a:sym typeface="Calibri"/>
            </a:endParaRPr>
          </a:p>
        </p:txBody>
      </p:sp>
      <p:sp>
        <p:nvSpPr>
          <p:cNvPr id="5" name="Google Shape;106;p2">
            <a:extLst>
              <a:ext uri="{FF2B5EF4-FFF2-40B4-BE49-F238E27FC236}">
                <a16:creationId xmlns:a16="http://schemas.microsoft.com/office/drawing/2014/main" id="{D1A61EA7-51EB-8C6E-5A34-56A2E2A9FAB2}"/>
              </a:ext>
            </a:extLst>
          </p:cNvPr>
          <p:cNvSpPr txBox="1"/>
          <p:nvPr/>
        </p:nvSpPr>
        <p:spPr>
          <a:xfrm>
            <a:off x="474616" y="1519771"/>
            <a:ext cx="4067888" cy="4524275"/>
          </a:xfrm>
          <a:prstGeom prst="rect">
            <a:avLst/>
          </a:prstGeom>
          <a:noFill/>
          <a:ln>
            <a:noFill/>
          </a:ln>
        </p:spPr>
        <p:txBody>
          <a:bodyPr spcFirstLastPara="1" wrap="square" lIns="91425" tIns="45700" rIns="91425" bIns="45700" anchor="t" anchorCtr="0">
            <a:spAutoFit/>
          </a:bodyPr>
          <a:lstStyle/>
          <a:p>
            <a:pPr lvl="0"/>
            <a:r>
              <a:rPr lang="en-US" sz="1800" dirty="0">
                <a:latin typeface="Calibri"/>
                <a:ea typeface="Calibri"/>
                <a:cs typeface="Calibri"/>
                <a:sym typeface="Calibri"/>
              </a:rPr>
              <a:t>The Dynamic Parking Management System is an innovative solution designed to optimize parking space utilization. This system, as depicted in the circuit diagram, leverages an Arduino board to manage and monitor six parking slots. Sensors detect whether each slot is filled or empty, displaying the status on an LCD screen. A 5V 2A power supply ensures stable operation, converting 220V AC input for the system's needs. With real-time updates on slot availability, this system aims to streamline parking operations, reduce congestion, and enhance user experience in parking facilities.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4"/>
          <p:cNvSpPr/>
          <p:nvPr/>
        </p:nvSpPr>
        <p:spPr>
          <a:xfrm>
            <a:off x="0" y="6354762"/>
            <a:ext cx="12191999" cy="503238"/>
          </a:xfrm>
          <a:prstGeom prst="rect">
            <a:avLst/>
          </a:prstGeom>
          <a:solidFill>
            <a:srgbClr val="0070C0"/>
          </a:solidFill>
          <a:ln>
            <a:noFill/>
          </a:ln>
          <a:effectLst>
            <a:outerShdw dist="23000" dir="5400000" rotWithShape="0">
              <a:srgbClr val="808080">
                <a:alpha val="3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953734"/>
              </a:solidFill>
              <a:latin typeface="Calibri"/>
              <a:ea typeface="Calibri"/>
              <a:cs typeface="Calibri"/>
              <a:sym typeface="Calibri"/>
            </a:endParaRPr>
          </a:p>
        </p:txBody>
      </p:sp>
      <p:sp>
        <p:nvSpPr>
          <p:cNvPr id="136" name="Google Shape;136;p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FFFF"/>
              </a:buClr>
              <a:buSzPts val="1200"/>
              <a:buFont typeface="Oswald"/>
              <a:buNone/>
            </a:pPr>
            <a:fld id="{00000000-1234-1234-1234-123412341234}" type="slidenum">
              <a:rPr lang="en-US" sz="1200" b="1" i="0" u="none" strike="noStrike" cap="none">
                <a:solidFill>
                  <a:srgbClr val="FFFFFF"/>
                </a:solidFill>
                <a:latin typeface="Oswald"/>
                <a:ea typeface="Oswald"/>
                <a:cs typeface="Oswald"/>
                <a:sym typeface="Oswald"/>
              </a:rPr>
              <a:t>5</a:t>
            </a:fld>
            <a:endParaRPr sz="1200" b="1" i="0" u="none" strike="noStrike" cap="none">
              <a:solidFill>
                <a:srgbClr val="FFFFFF"/>
              </a:solidFill>
              <a:latin typeface="Oswald"/>
              <a:ea typeface="Oswald"/>
              <a:cs typeface="Oswald"/>
              <a:sym typeface="Oswald"/>
            </a:endParaRPr>
          </a:p>
        </p:txBody>
      </p:sp>
      <p:sp>
        <p:nvSpPr>
          <p:cNvPr id="137" name="Google Shape;137;p4"/>
          <p:cNvSpPr txBox="1">
            <a:spLocks noGrp="1"/>
          </p:cNvSpPr>
          <p:nvPr>
            <p:ph type="ftr" idx="11"/>
          </p:nvPr>
        </p:nvSpPr>
        <p:spPr>
          <a:xfrm>
            <a:off x="4648200" y="6356353"/>
            <a:ext cx="3204000" cy="365125"/>
          </a:xfrm>
          <a:prstGeom prst="rect">
            <a:avLst/>
          </a:prstGeom>
          <a:noFill/>
          <a:ln>
            <a:noFill/>
          </a:ln>
        </p:spPr>
        <p:txBody>
          <a:bodyPr spcFirstLastPara="1" wrap="square" lIns="91425" tIns="45700" rIns="91425" bIns="45700" anchor="ctr" anchorCtr="0">
            <a:noAutofit/>
          </a:bodyPr>
          <a:lstStyle/>
          <a:p>
            <a:pPr>
              <a:buClr>
                <a:srgbClr val="FFFFFF"/>
              </a:buClr>
              <a:buSzPts val="1200"/>
            </a:pPr>
            <a:endParaRPr lang="en-IN" dirty="0">
              <a:solidFill>
                <a:srgbClr val="FFFFFF"/>
              </a:solidFill>
            </a:endParaRPr>
          </a:p>
          <a:p>
            <a:pPr>
              <a:buClr>
                <a:srgbClr val="FFFFFF"/>
              </a:buClr>
              <a:buSzPts val="1200"/>
            </a:pPr>
            <a:r>
              <a:rPr lang="en-IN" dirty="0">
                <a:solidFill>
                  <a:srgbClr val="FFFFFF"/>
                </a:solidFill>
              </a:rPr>
              <a:t>DYNAMIC PARKING MANAGEMENT SYSTEM</a:t>
            </a:r>
          </a:p>
          <a:p>
            <a:pPr marL="0" marR="0" lvl="0" indent="0" algn="ctr" rtl="0">
              <a:lnSpc>
                <a:spcPct val="100000"/>
              </a:lnSpc>
              <a:spcBef>
                <a:spcPts val="0"/>
              </a:spcBef>
              <a:spcAft>
                <a:spcPts val="0"/>
              </a:spcAft>
              <a:buClr>
                <a:srgbClr val="FFFFFF"/>
              </a:buClr>
              <a:buSzPts val="1200"/>
              <a:buFont typeface="Oswald"/>
              <a:buNone/>
            </a:pPr>
            <a:endParaRPr sz="1200" b="0" i="0" u="none" strike="noStrike" cap="none" dirty="0">
              <a:solidFill>
                <a:srgbClr val="FFFFFF"/>
              </a:solidFill>
              <a:latin typeface="Oswald"/>
              <a:ea typeface="Oswald"/>
              <a:cs typeface="Oswald"/>
              <a:sym typeface="Oswald"/>
            </a:endParaRPr>
          </a:p>
        </p:txBody>
      </p:sp>
      <p:pic>
        <p:nvPicPr>
          <p:cNvPr id="140" name="Google Shape;140;p4"/>
          <p:cNvPicPr preferRelativeResize="0"/>
          <p:nvPr/>
        </p:nvPicPr>
        <p:blipFill>
          <a:blip r:embed="rId3">
            <a:alphaModFix/>
          </a:blip>
          <a:stretch>
            <a:fillRect/>
          </a:stretch>
        </p:blipFill>
        <p:spPr>
          <a:xfrm>
            <a:off x="9907100" y="238575"/>
            <a:ext cx="2079532" cy="966800"/>
          </a:xfrm>
          <a:prstGeom prst="rect">
            <a:avLst/>
          </a:prstGeom>
          <a:noFill/>
          <a:ln>
            <a:noFill/>
          </a:ln>
        </p:spPr>
      </p:pic>
      <p:sp>
        <p:nvSpPr>
          <p:cNvPr id="4" name="object 6">
            <a:extLst>
              <a:ext uri="{FF2B5EF4-FFF2-40B4-BE49-F238E27FC236}">
                <a16:creationId xmlns:a16="http://schemas.microsoft.com/office/drawing/2014/main" id="{78DF072E-5C92-18CE-EC5B-74D00F57B930}"/>
              </a:ext>
            </a:extLst>
          </p:cNvPr>
          <p:cNvSpPr txBox="1"/>
          <p:nvPr/>
        </p:nvSpPr>
        <p:spPr>
          <a:xfrm>
            <a:off x="549170" y="1412803"/>
            <a:ext cx="11402060" cy="4474845"/>
          </a:xfrm>
          <a:prstGeom prst="rect">
            <a:avLst/>
          </a:prstGeom>
        </p:spPr>
        <p:txBody>
          <a:bodyPr vert="horz" wrap="square" lIns="0" tIns="13335" rIns="0" bIns="0" rtlCol="0">
            <a:spAutoFit/>
          </a:bodyPr>
          <a:lstStyle>
            <a:defPPr>
              <a:defRPr kern="0"/>
            </a:defPPr>
          </a:lstStyle>
          <a:p>
            <a:pPr marL="469900" indent="-457200">
              <a:lnSpc>
                <a:spcPct val="100000"/>
              </a:lnSpc>
              <a:spcBef>
                <a:spcPts val="105"/>
              </a:spcBef>
              <a:buFont typeface="Wingdings"/>
              <a:buChar char=""/>
              <a:tabLst>
                <a:tab pos="469900" algn="l"/>
              </a:tabLst>
            </a:pPr>
            <a:r>
              <a:rPr sz="2800" dirty="0">
                <a:latin typeface="Arial MT"/>
                <a:cs typeface="Arial MT"/>
              </a:rPr>
              <a:t>Potential</a:t>
            </a:r>
            <a:r>
              <a:rPr sz="2800" spc="-50" dirty="0">
                <a:latin typeface="Arial MT"/>
                <a:cs typeface="Arial MT"/>
              </a:rPr>
              <a:t> </a:t>
            </a:r>
            <a:r>
              <a:rPr sz="2800" dirty="0">
                <a:latin typeface="Arial MT"/>
                <a:cs typeface="Arial MT"/>
              </a:rPr>
              <a:t>impact</a:t>
            </a:r>
            <a:r>
              <a:rPr sz="2800" spc="-20" dirty="0">
                <a:latin typeface="Arial MT"/>
                <a:cs typeface="Arial MT"/>
              </a:rPr>
              <a:t> </a:t>
            </a:r>
            <a:r>
              <a:rPr sz="2800" dirty="0">
                <a:latin typeface="Arial MT"/>
                <a:cs typeface="Arial MT"/>
              </a:rPr>
              <a:t>on</a:t>
            </a:r>
            <a:r>
              <a:rPr sz="2800" spc="-35" dirty="0">
                <a:latin typeface="Arial MT"/>
                <a:cs typeface="Arial MT"/>
              </a:rPr>
              <a:t> </a:t>
            </a:r>
            <a:r>
              <a:rPr sz="2800" dirty="0">
                <a:latin typeface="Arial MT"/>
                <a:cs typeface="Arial MT"/>
              </a:rPr>
              <a:t>the</a:t>
            </a:r>
            <a:r>
              <a:rPr sz="2800" spc="-30" dirty="0">
                <a:latin typeface="Arial MT"/>
                <a:cs typeface="Arial MT"/>
              </a:rPr>
              <a:t> </a:t>
            </a:r>
            <a:r>
              <a:rPr sz="2800" dirty="0">
                <a:latin typeface="Arial MT"/>
                <a:cs typeface="Arial MT"/>
              </a:rPr>
              <a:t>target</a:t>
            </a:r>
            <a:r>
              <a:rPr sz="2800" spc="-45" dirty="0">
                <a:latin typeface="Arial MT"/>
                <a:cs typeface="Arial MT"/>
              </a:rPr>
              <a:t> </a:t>
            </a:r>
            <a:r>
              <a:rPr sz="2800" spc="-10" dirty="0">
                <a:latin typeface="Arial MT"/>
                <a:cs typeface="Arial MT"/>
              </a:rPr>
              <a:t>audience:</a:t>
            </a:r>
            <a:endParaRPr sz="2800" dirty="0">
              <a:latin typeface="Arial MT"/>
              <a:cs typeface="Arial MT"/>
            </a:endParaRPr>
          </a:p>
          <a:p>
            <a:pPr marL="521970">
              <a:lnSpc>
                <a:spcPct val="100000"/>
              </a:lnSpc>
              <a:spcBef>
                <a:spcPts val="40"/>
              </a:spcBef>
            </a:pPr>
            <a:r>
              <a:rPr sz="1800" dirty="0" err="1">
                <a:latin typeface="Arial MT"/>
                <a:cs typeface="Arial MT"/>
              </a:rPr>
              <a:t>Provid</a:t>
            </a:r>
            <a:r>
              <a:rPr lang="en-IN" sz="1800" dirty="0" err="1">
                <a:latin typeface="Arial MT"/>
                <a:cs typeface="Arial MT"/>
              </a:rPr>
              <a:t>ing</a:t>
            </a:r>
            <a:r>
              <a:rPr lang="en-IN" sz="1800" dirty="0">
                <a:latin typeface="Arial MT"/>
                <a:cs typeface="Arial MT"/>
              </a:rPr>
              <a:t> </a:t>
            </a:r>
            <a:r>
              <a:rPr sz="1800" dirty="0">
                <a:latin typeface="Arial MT"/>
                <a:cs typeface="Arial MT"/>
              </a:rPr>
              <a:t>clear</a:t>
            </a:r>
            <a:r>
              <a:rPr sz="1800" spc="-35" dirty="0">
                <a:latin typeface="Arial MT"/>
                <a:cs typeface="Arial MT"/>
              </a:rPr>
              <a:t> </a:t>
            </a:r>
            <a:r>
              <a:rPr sz="1800" dirty="0">
                <a:latin typeface="Arial MT"/>
                <a:cs typeface="Arial MT"/>
              </a:rPr>
              <a:t>instructions</a:t>
            </a:r>
            <a:r>
              <a:rPr sz="1800" spc="-55" dirty="0">
                <a:latin typeface="Arial MT"/>
                <a:cs typeface="Arial MT"/>
              </a:rPr>
              <a:t> </a:t>
            </a:r>
            <a:r>
              <a:rPr sz="1800" dirty="0">
                <a:latin typeface="Arial MT"/>
                <a:cs typeface="Arial MT"/>
              </a:rPr>
              <a:t>and</a:t>
            </a:r>
            <a:r>
              <a:rPr sz="1800" spc="-10" dirty="0">
                <a:latin typeface="Arial MT"/>
                <a:cs typeface="Arial MT"/>
              </a:rPr>
              <a:t> </a:t>
            </a:r>
            <a:r>
              <a:rPr sz="1800" dirty="0">
                <a:latin typeface="Arial MT"/>
                <a:cs typeface="Arial MT"/>
              </a:rPr>
              <a:t>support</a:t>
            </a:r>
            <a:r>
              <a:rPr sz="1800" spc="-20" dirty="0">
                <a:latin typeface="Arial MT"/>
                <a:cs typeface="Arial MT"/>
              </a:rPr>
              <a:t> </a:t>
            </a:r>
            <a:r>
              <a:rPr sz="1800" dirty="0">
                <a:latin typeface="Arial MT"/>
                <a:cs typeface="Arial MT"/>
              </a:rPr>
              <a:t>to</a:t>
            </a:r>
            <a:r>
              <a:rPr sz="1800" spc="-10" dirty="0">
                <a:latin typeface="Arial MT"/>
                <a:cs typeface="Arial MT"/>
              </a:rPr>
              <a:t> </a:t>
            </a:r>
            <a:r>
              <a:rPr sz="1800" dirty="0">
                <a:latin typeface="Arial MT"/>
                <a:cs typeface="Arial MT"/>
              </a:rPr>
              <a:t>help users</a:t>
            </a:r>
            <a:r>
              <a:rPr sz="1800" spc="-25" dirty="0">
                <a:latin typeface="Arial MT"/>
                <a:cs typeface="Arial MT"/>
              </a:rPr>
              <a:t> </a:t>
            </a:r>
            <a:r>
              <a:rPr sz="1800" dirty="0">
                <a:latin typeface="Arial MT"/>
                <a:cs typeface="Arial MT"/>
              </a:rPr>
              <a:t>understand</a:t>
            </a:r>
            <a:r>
              <a:rPr sz="1800" spc="-45" dirty="0">
                <a:latin typeface="Arial MT"/>
                <a:cs typeface="Arial MT"/>
              </a:rPr>
              <a:t> </a:t>
            </a:r>
            <a:r>
              <a:rPr sz="1800" dirty="0">
                <a:latin typeface="Arial MT"/>
                <a:cs typeface="Arial MT"/>
              </a:rPr>
              <a:t>and</a:t>
            </a:r>
            <a:r>
              <a:rPr sz="1800" spc="-30" dirty="0">
                <a:latin typeface="Arial MT"/>
                <a:cs typeface="Arial MT"/>
              </a:rPr>
              <a:t> </a:t>
            </a:r>
            <a:r>
              <a:rPr sz="1800" dirty="0">
                <a:latin typeface="Arial MT"/>
                <a:cs typeface="Arial MT"/>
              </a:rPr>
              <a:t>able</a:t>
            </a:r>
            <a:r>
              <a:rPr sz="1800" spc="-15" dirty="0">
                <a:latin typeface="Arial MT"/>
                <a:cs typeface="Arial MT"/>
              </a:rPr>
              <a:t> </a:t>
            </a:r>
            <a:r>
              <a:rPr sz="1800" dirty="0">
                <a:latin typeface="Arial MT"/>
                <a:cs typeface="Arial MT"/>
              </a:rPr>
              <a:t>adopt</a:t>
            </a:r>
            <a:r>
              <a:rPr sz="1800" spc="-35" dirty="0">
                <a:latin typeface="Arial MT"/>
                <a:cs typeface="Arial MT"/>
              </a:rPr>
              <a:t> </a:t>
            </a:r>
            <a:r>
              <a:rPr sz="1800" dirty="0">
                <a:latin typeface="Arial MT"/>
                <a:cs typeface="Arial MT"/>
              </a:rPr>
              <a:t>the</a:t>
            </a:r>
            <a:r>
              <a:rPr sz="1800" spc="-10" dirty="0">
                <a:latin typeface="Arial MT"/>
                <a:cs typeface="Arial MT"/>
              </a:rPr>
              <a:t> </a:t>
            </a:r>
            <a:r>
              <a:rPr sz="1800" dirty="0">
                <a:latin typeface="Arial MT"/>
                <a:cs typeface="Arial MT"/>
              </a:rPr>
              <a:t>new</a:t>
            </a:r>
            <a:r>
              <a:rPr sz="1800" spc="5" dirty="0">
                <a:latin typeface="Arial MT"/>
                <a:cs typeface="Arial MT"/>
              </a:rPr>
              <a:t> </a:t>
            </a:r>
            <a:r>
              <a:rPr sz="1800" spc="-10" dirty="0">
                <a:latin typeface="Arial MT"/>
                <a:cs typeface="Arial MT"/>
              </a:rPr>
              <a:t>system</a:t>
            </a:r>
            <a:endParaRPr sz="1800" dirty="0">
              <a:latin typeface="Arial MT"/>
              <a:cs typeface="Arial MT"/>
            </a:endParaRPr>
          </a:p>
          <a:p>
            <a:pPr marL="521970">
              <a:lnSpc>
                <a:spcPct val="100000"/>
              </a:lnSpc>
              <a:spcBef>
                <a:spcPts val="5"/>
              </a:spcBef>
            </a:pPr>
            <a:r>
              <a:rPr sz="1800" dirty="0">
                <a:latin typeface="Arial MT"/>
                <a:cs typeface="Arial MT"/>
              </a:rPr>
              <a:t>Design</a:t>
            </a:r>
            <a:r>
              <a:rPr lang="en-IN" sz="1800" dirty="0">
                <a:latin typeface="Arial MT"/>
                <a:cs typeface="Arial MT"/>
              </a:rPr>
              <a:t>ed</a:t>
            </a:r>
            <a:r>
              <a:rPr sz="1800" spc="-30" dirty="0">
                <a:latin typeface="Arial MT"/>
                <a:cs typeface="Arial MT"/>
              </a:rPr>
              <a:t> </a:t>
            </a:r>
            <a:r>
              <a:rPr sz="1800" dirty="0">
                <a:latin typeface="Arial MT"/>
                <a:cs typeface="Arial MT"/>
              </a:rPr>
              <a:t>the</a:t>
            </a:r>
            <a:r>
              <a:rPr sz="1800" spc="-10" dirty="0">
                <a:latin typeface="Arial MT"/>
                <a:cs typeface="Arial MT"/>
              </a:rPr>
              <a:t> </a:t>
            </a:r>
            <a:r>
              <a:rPr sz="1800" dirty="0">
                <a:latin typeface="Arial MT"/>
                <a:cs typeface="Arial MT"/>
              </a:rPr>
              <a:t>system</a:t>
            </a:r>
            <a:r>
              <a:rPr sz="1800" spc="-20" dirty="0">
                <a:latin typeface="Arial MT"/>
                <a:cs typeface="Arial MT"/>
              </a:rPr>
              <a:t> </a:t>
            </a:r>
            <a:r>
              <a:rPr sz="1800" dirty="0">
                <a:latin typeface="Arial MT"/>
                <a:cs typeface="Arial MT"/>
              </a:rPr>
              <a:t>to</a:t>
            </a:r>
            <a:r>
              <a:rPr sz="1800" spc="15" dirty="0">
                <a:latin typeface="Arial MT"/>
                <a:cs typeface="Arial MT"/>
              </a:rPr>
              <a:t> </a:t>
            </a:r>
            <a:r>
              <a:rPr sz="1800" dirty="0">
                <a:latin typeface="Arial MT"/>
                <a:cs typeface="Arial MT"/>
              </a:rPr>
              <a:t>be</a:t>
            </a:r>
            <a:r>
              <a:rPr sz="1800" spc="-10" dirty="0">
                <a:latin typeface="Arial MT"/>
                <a:cs typeface="Arial MT"/>
              </a:rPr>
              <a:t> </a:t>
            </a:r>
            <a:r>
              <a:rPr sz="1800" dirty="0">
                <a:latin typeface="Arial MT"/>
                <a:cs typeface="Arial MT"/>
              </a:rPr>
              <a:t>accessible</a:t>
            </a:r>
            <a:r>
              <a:rPr sz="1800" spc="-40" dirty="0">
                <a:latin typeface="Arial MT"/>
                <a:cs typeface="Arial MT"/>
              </a:rPr>
              <a:t> </a:t>
            </a:r>
            <a:r>
              <a:rPr sz="1800" dirty="0">
                <a:latin typeface="Arial MT"/>
                <a:cs typeface="Arial MT"/>
              </a:rPr>
              <a:t>and</a:t>
            </a:r>
            <a:r>
              <a:rPr sz="1800" spc="-35" dirty="0">
                <a:latin typeface="Arial MT"/>
                <a:cs typeface="Arial MT"/>
              </a:rPr>
              <a:t> </a:t>
            </a:r>
            <a:r>
              <a:rPr sz="1800" dirty="0">
                <a:latin typeface="Arial MT"/>
                <a:cs typeface="Arial MT"/>
              </a:rPr>
              <a:t>user-friendly</a:t>
            </a:r>
            <a:r>
              <a:rPr sz="1800" spc="-45" dirty="0">
                <a:latin typeface="Arial MT"/>
                <a:cs typeface="Arial MT"/>
              </a:rPr>
              <a:t> </a:t>
            </a:r>
            <a:r>
              <a:rPr sz="1800" dirty="0">
                <a:latin typeface="Arial MT"/>
                <a:cs typeface="Arial MT"/>
              </a:rPr>
              <a:t>for</a:t>
            </a:r>
            <a:r>
              <a:rPr sz="1800" spc="-10" dirty="0">
                <a:latin typeface="Arial MT"/>
                <a:cs typeface="Arial MT"/>
              </a:rPr>
              <a:t> </a:t>
            </a:r>
            <a:r>
              <a:rPr sz="1800" dirty="0">
                <a:latin typeface="Arial MT"/>
                <a:cs typeface="Arial MT"/>
              </a:rPr>
              <a:t>all</a:t>
            </a:r>
            <a:r>
              <a:rPr sz="1800" spc="-5" dirty="0">
                <a:latin typeface="Arial MT"/>
                <a:cs typeface="Arial MT"/>
              </a:rPr>
              <a:t> </a:t>
            </a:r>
            <a:r>
              <a:rPr sz="1800" spc="-10" dirty="0">
                <a:latin typeface="Arial MT"/>
                <a:cs typeface="Arial MT"/>
              </a:rPr>
              <a:t>users.</a:t>
            </a:r>
            <a:endParaRPr sz="1800" dirty="0">
              <a:latin typeface="Arial MT"/>
              <a:cs typeface="Arial MT"/>
            </a:endParaRPr>
          </a:p>
          <a:p>
            <a:pPr>
              <a:lnSpc>
                <a:spcPct val="100000"/>
              </a:lnSpc>
              <a:spcBef>
                <a:spcPts val="1250"/>
              </a:spcBef>
            </a:pPr>
            <a:endParaRPr sz="1800" dirty="0">
              <a:latin typeface="Arial MT"/>
              <a:cs typeface="Arial MT"/>
            </a:endParaRPr>
          </a:p>
          <a:p>
            <a:pPr marL="469900" indent="-457200">
              <a:lnSpc>
                <a:spcPts val="3345"/>
              </a:lnSpc>
              <a:buFont typeface="Wingdings"/>
              <a:buChar char=""/>
              <a:tabLst>
                <a:tab pos="469900" algn="l"/>
              </a:tabLst>
            </a:pPr>
            <a:r>
              <a:rPr sz="2800" dirty="0">
                <a:latin typeface="Arial MT"/>
                <a:cs typeface="Arial MT"/>
              </a:rPr>
              <a:t>Benefits</a:t>
            </a:r>
            <a:r>
              <a:rPr sz="2800" spc="-65" dirty="0">
                <a:latin typeface="Arial MT"/>
                <a:cs typeface="Arial MT"/>
              </a:rPr>
              <a:t> </a:t>
            </a:r>
            <a:r>
              <a:rPr sz="2800" dirty="0">
                <a:latin typeface="Arial MT"/>
                <a:cs typeface="Arial MT"/>
              </a:rPr>
              <a:t>of</a:t>
            </a:r>
            <a:r>
              <a:rPr sz="2800" spc="-15" dirty="0">
                <a:latin typeface="Arial MT"/>
                <a:cs typeface="Arial MT"/>
              </a:rPr>
              <a:t> </a:t>
            </a:r>
            <a:r>
              <a:rPr sz="2800" dirty="0">
                <a:latin typeface="Arial MT"/>
                <a:cs typeface="Arial MT"/>
              </a:rPr>
              <a:t>the</a:t>
            </a:r>
            <a:r>
              <a:rPr sz="2800" spc="-25" dirty="0">
                <a:latin typeface="Arial MT"/>
                <a:cs typeface="Arial MT"/>
              </a:rPr>
              <a:t> </a:t>
            </a:r>
            <a:r>
              <a:rPr sz="2800" dirty="0">
                <a:latin typeface="Arial MT"/>
                <a:cs typeface="Arial MT"/>
              </a:rPr>
              <a:t>solution</a:t>
            </a:r>
            <a:r>
              <a:rPr sz="2800" spc="-45" dirty="0">
                <a:latin typeface="Arial MT"/>
                <a:cs typeface="Arial MT"/>
              </a:rPr>
              <a:t> </a:t>
            </a:r>
            <a:r>
              <a:rPr sz="2800" spc="-50" dirty="0">
                <a:latin typeface="Arial MT"/>
                <a:cs typeface="Arial MT"/>
              </a:rPr>
              <a:t>:</a:t>
            </a:r>
            <a:endParaRPr sz="2800" dirty="0">
              <a:latin typeface="Arial MT"/>
              <a:cs typeface="Arial MT"/>
            </a:endParaRPr>
          </a:p>
          <a:p>
            <a:pPr marL="485140">
              <a:lnSpc>
                <a:spcPts val="2145"/>
              </a:lnSpc>
            </a:pPr>
            <a:r>
              <a:rPr sz="1800" dirty="0">
                <a:latin typeface="Calibri"/>
                <a:cs typeface="Calibri"/>
              </a:rPr>
              <a:t>Reduced</a:t>
            </a:r>
            <a:r>
              <a:rPr sz="1800" spc="-20" dirty="0">
                <a:latin typeface="Calibri"/>
                <a:cs typeface="Calibri"/>
              </a:rPr>
              <a:t> </a:t>
            </a:r>
            <a:r>
              <a:rPr sz="1800" dirty="0">
                <a:latin typeface="Calibri"/>
                <a:cs typeface="Calibri"/>
              </a:rPr>
              <a:t>traffic</a:t>
            </a:r>
            <a:r>
              <a:rPr sz="1800" spc="-50" dirty="0">
                <a:latin typeface="Calibri"/>
                <a:cs typeface="Calibri"/>
              </a:rPr>
              <a:t> </a:t>
            </a:r>
            <a:r>
              <a:rPr sz="1800" dirty="0">
                <a:latin typeface="Calibri"/>
                <a:cs typeface="Calibri"/>
              </a:rPr>
              <a:t>congestion</a:t>
            </a:r>
            <a:r>
              <a:rPr sz="1800" spc="-15" dirty="0">
                <a:latin typeface="Calibri"/>
                <a:cs typeface="Calibri"/>
              </a:rPr>
              <a:t> </a:t>
            </a:r>
            <a:r>
              <a:rPr sz="1800" dirty="0">
                <a:latin typeface="Calibri"/>
                <a:cs typeface="Calibri"/>
              </a:rPr>
              <a:t>due</a:t>
            </a:r>
            <a:r>
              <a:rPr sz="1800" spc="-45" dirty="0">
                <a:latin typeface="Calibri"/>
                <a:cs typeface="Calibri"/>
              </a:rPr>
              <a:t> </a:t>
            </a:r>
            <a:r>
              <a:rPr sz="1800" dirty="0">
                <a:latin typeface="Calibri"/>
                <a:cs typeface="Calibri"/>
              </a:rPr>
              <a:t>to</a:t>
            </a:r>
            <a:r>
              <a:rPr sz="1800" spc="-40" dirty="0">
                <a:latin typeface="Calibri"/>
                <a:cs typeface="Calibri"/>
              </a:rPr>
              <a:t> </a:t>
            </a:r>
            <a:r>
              <a:rPr sz="1800" dirty="0">
                <a:latin typeface="Calibri"/>
                <a:cs typeface="Calibri"/>
              </a:rPr>
              <a:t>parking</a:t>
            </a:r>
            <a:r>
              <a:rPr sz="1800" spc="-30" dirty="0">
                <a:latin typeface="Calibri"/>
                <a:cs typeface="Calibri"/>
              </a:rPr>
              <a:t> </a:t>
            </a:r>
            <a:r>
              <a:rPr sz="1800" spc="-10" dirty="0">
                <a:latin typeface="Calibri"/>
                <a:cs typeface="Calibri"/>
              </a:rPr>
              <a:t>searches</a:t>
            </a:r>
            <a:endParaRPr sz="1800" dirty="0">
              <a:latin typeface="Calibri"/>
              <a:cs typeface="Calibri"/>
            </a:endParaRPr>
          </a:p>
          <a:p>
            <a:pPr marL="485140">
              <a:lnSpc>
                <a:spcPct val="100000"/>
              </a:lnSpc>
              <a:spcBef>
                <a:spcPts val="5"/>
              </a:spcBef>
            </a:pPr>
            <a:r>
              <a:rPr sz="1800" dirty="0">
                <a:latin typeface="Calibri"/>
                <a:cs typeface="Calibri"/>
              </a:rPr>
              <a:t>Increased</a:t>
            </a:r>
            <a:r>
              <a:rPr sz="1800" spc="-50" dirty="0">
                <a:latin typeface="Calibri"/>
                <a:cs typeface="Calibri"/>
              </a:rPr>
              <a:t> </a:t>
            </a:r>
            <a:r>
              <a:rPr sz="1800" dirty="0">
                <a:latin typeface="Calibri"/>
                <a:cs typeface="Calibri"/>
              </a:rPr>
              <a:t>parking</a:t>
            </a:r>
            <a:r>
              <a:rPr sz="1800" spc="-50" dirty="0">
                <a:latin typeface="Calibri"/>
                <a:cs typeface="Calibri"/>
              </a:rPr>
              <a:t> </a:t>
            </a:r>
            <a:r>
              <a:rPr sz="1800" dirty="0">
                <a:latin typeface="Calibri"/>
                <a:cs typeface="Calibri"/>
              </a:rPr>
              <a:t>revenue</a:t>
            </a:r>
            <a:r>
              <a:rPr sz="1800" spc="-50" dirty="0">
                <a:latin typeface="Calibri"/>
                <a:cs typeface="Calibri"/>
              </a:rPr>
              <a:t> </a:t>
            </a:r>
            <a:r>
              <a:rPr sz="1800" dirty="0">
                <a:latin typeface="Calibri"/>
                <a:cs typeface="Calibri"/>
              </a:rPr>
              <a:t>through</a:t>
            </a:r>
            <a:r>
              <a:rPr sz="1800" spc="-45" dirty="0">
                <a:latin typeface="Calibri"/>
                <a:cs typeface="Calibri"/>
              </a:rPr>
              <a:t> </a:t>
            </a:r>
            <a:r>
              <a:rPr sz="1800" dirty="0">
                <a:latin typeface="Calibri"/>
                <a:cs typeface="Calibri"/>
              </a:rPr>
              <a:t>optimized</a:t>
            </a:r>
            <a:r>
              <a:rPr sz="1800" spc="-50" dirty="0">
                <a:latin typeface="Calibri"/>
                <a:cs typeface="Calibri"/>
              </a:rPr>
              <a:t> </a:t>
            </a:r>
            <a:r>
              <a:rPr sz="1800" spc="-10" dirty="0">
                <a:latin typeface="Calibri"/>
                <a:cs typeface="Calibri"/>
              </a:rPr>
              <a:t>pricing</a:t>
            </a:r>
            <a:endParaRPr sz="1800" dirty="0">
              <a:latin typeface="Calibri"/>
              <a:cs typeface="Calibri"/>
            </a:endParaRPr>
          </a:p>
          <a:p>
            <a:pPr marL="485140">
              <a:lnSpc>
                <a:spcPct val="100000"/>
              </a:lnSpc>
            </a:pPr>
            <a:r>
              <a:rPr sz="1800" dirty="0">
                <a:latin typeface="Calibri"/>
                <a:cs typeface="Calibri"/>
              </a:rPr>
              <a:t>Better</a:t>
            </a:r>
            <a:r>
              <a:rPr sz="1800" spc="-40" dirty="0">
                <a:latin typeface="Calibri"/>
                <a:cs typeface="Calibri"/>
              </a:rPr>
              <a:t> </a:t>
            </a:r>
            <a:r>
              <a:rPr sz="1800" dirty="0">
                <a:latin typeface="Calibri"/>
                <a:cs typeface="Calibri"/>
              </a:rPr>
              <a:t>user</a:t>
            </a:r>
            <a:r>
              <a:rPr sz="1800" spc="-30" dirty="0">
                <a:latin typeface="Calibri"/>
                <a:cs typeface="Calibri"/>
              </a:rPr>
              <a:t> </a:t>
            </a:r>
            <a:r>
              <a:rPr sz="1800" dirty="0">
                <a:latin typeface="Calibri"/>
                <a:cs typeface="Calibri"/>
              </a:rPr>
              <a:t>experience</a:t>
            </a:r>
            <a:r>
              <a:rPr sz="1800" spc="25" dirty="0">
                <a:latin typeface="Calibri"/>
                <a:cs typeface="Calibri"/>
              </a:rPr>
              <a:t> </a:t>
            </a:r>
            <a:r>
              <a:rPr sz="1800" dirty="0">
                <a:latin typeface="Calibri"/>
                <a:cs typeface="Calibri"/>
              </a:rPr>
              <a:t>with</a:t>
            </a:r>
            <a:r>
              <a:rPr sz="1800" spc="-60" dirty="0">
                <a:latin typeface="Calibri"/>
                <a:cs typeface="Calibri"/>
              </a:rPr>
              <a:t> </a:t>
            </a:r>
            <a:r>
              <a:rPr sz="1800" dirty="0">
                <a:latin typeface="Calibri"/>
                <a:cs typeface="Calibri"/>
              </a:rPr>
              <a:t>easy</a:t>
            </a:r>
            <a:r>
              <a:rPr sz="1800" spc="-35" dirty="0">
                <a:latin typeface="Calibri"/>
                <a:cs typeface="Calibri"/>
              </a:rPr>
              <a:t> </a:t>
            </a:r>
            <a:r>
              <a:rPr sz="1800" dirty="0">
                <a:latin typeface="Calibri"/>
                <a:cs typeface="Calibri"/>
              </a:rPr>
              <a:t>parking</a:t>
            </a:r>
            <a:r>
              <a:rPr sz="1800" spc="-20" dirty="0">
                <a:latin typeface="Calibri"/>
                <a:cs typeface="Calibri"/>
              </a:rPr>
              <a:t> </a:t>
            </a:r>
            <a:r>
              <a:rPr sz="1800" dirty="0">
                <a:latin typeface="Calibri"/>
                <a:cs typeface="Calibri"/>
              </a:rPr>
              <a:t>spot</a:t>
            </a:r>
            <a:r>
              <a:rPr sz="1800" spc="-55" dirty="0">
                <a:latin typeface="Calibri"/>
                <a:cs typeface="Calibri"/>
              </a:rPr>
              <a:t> </a:t>
            </a:r>
            <a:r>
              <a:rPr sz="1800" spc="-10" dirty="0">
                <a:latin typeface="Calibri"/>
                <a:cs typeface="Calibri"/>
              </a:rPr>
              <a:t>location</a:t>
            </a:r>
            <a:endParaRPr sz="1800" dirty="0">
              <a:latin typeface="Calibri"/>
              <a:cs typeface="Calibri"/>
            </a:endParaRPr>
          </a:p>
          <a:p>
            <a:pPr marL="381000" indent="-368300">
              <a:lnSpc>
                <a:spcPct val="100000"/>
              </a:lnSpc>
              <a:spcBef>
                <a:spcPts val="2100"/>
              </a:spcBef>
              <a:buFont typeface="Wingdings"/>
              <a:buChar char=""/>
              <a:tabLst>
                <a:tab pos="381000" algn="l"/>
              </a:tabLst>
            </a:pPr>
            <a:r>
              <a:rPr sz="2800" dirty="0">
                <a:latin typeface="Calibri"/>
                <a:cs typeface="Calibri"/>
              </a:rPr>
              <a:t>FUTURE</a:t>
            </a:r>
            <a:r>
              <a:rPr sz="2800" spc="-50" dirty="0">
                <a:latin typeface="Calibri"/>
                <a:cs typeface="Calibri"/>
              </a:rPr>
              <a:t> </a:t>
            </a:r>
            <a:r>
              <a:rPr sz="2800" spc="-10" dirty="0">
                <a:latin typeface="Calibri"/>
                <a:cs typeface="Calibri"/>
              </a:rPr>
              <a:t>SCOPE:</a:t>
            </a:r>
            <a:endParaRPr sz="2800" dirty="0">
              <a:latin typeface="Calibri"/>
              <a:cs typeface="Calibri"/>
            </a:endParaRPr>
          </a:p>
          <a:p>
            <a:pPr marL="378460">
              <a:lnSpc>
                <a:spcPct val="100000"/>
              </a:lnSpc>
              <a:spcBef>
                <a:spcPts val="65"/>
              </a:spcBef>
            </a:pPr>
            <a:r>
              <a:rPr sz="1800" dirty="0">
                <a:latin typeface="Calibri"/>
                <a:cs typeface="Calibri"/>
              </a:rPr>
              <a:t>Smart</a:t>
            </a:r>
            <a:r>
              <a:rPr sz="1800" spc="-30" dirty="0">
                <a:latin typeface="Calibri"/>
                <a:cs typeface="Calibri"/>
              </a:rPr>
              <a:t> </a:t>
            </a:r>
            <a:r>
              <a:rPr sz="1800" dirty="0">
                <a:latin typeface="Calibri"/>
                <a:cs typeface="Calibri"/>
              </a:rPr>
              <a:t>parking</a:t>
            </a:r>
            <a:r>
              <a:rPr sz="1800" spc="-15" dirty="0">
                <a:latin typeface="Calibri"/>
                <a:cs typeface="Calibri"/>
              </a:rPr>
              <a:t> </a:t>
            </a:r>
            <a:r>
              <a:rPr sz="1800" dirty="0">
                <a:latin typeface="Calibri"/>
                <a:cs typeface="Calibri"/>
              </a:rPr>
              <a:t>systems</a:t>
            </a:r>
            <a:r>
              <a:rPr sz="1800" spc="-50" dirty="0">
                <a:latin typeface="Calibri"/>
                <a:cs typeface="Calibri"/>
              </a:rPr>
              <a:t> </a:t>
            </a:r>
            <a:r>
              <a:rPr sz="1800" dirty="0">
                <a:latin typeface="Calibri"/>
                <a:cs typeface="Calibri"/>
              </a:rPr>
              <a:t>will</a:t>
            </a:r>
            <a:r>
              <a:rPr sz="1800" spc="-30" dirty="0">
                <a:latin typeface="Calibri"/>
                <a:cs typeface="Calibri"/>
              </a:rPr>
              <a:t> </a:t>
            </a:r>
            <a:r>
              <a:rPr sz="1800" dirty="0">
                <a:latin typeface="Calibri"/>
                <a:cs typeface="Calibri"/>
              </a:rPr>
              <a:t>communicate</a:t>
            </a:r>
            <a:r>
              <a:rPr sz="1800" spc="-30" dirty="0">
                <a:latin typeface="Calibri"/>
                <a:cs typeface="Calibri"/>
              </a:rPr>
              <a:t> </a:t>
            </a:r>
            <a:r>
              <a:rPr sz="1800" dirty="0">
                <a:latin typeface="Calibri"/>
                <a:cs typeface="Calibri"/>
              </a:rPr>
              <a:t>directly</a:t>
            </a:r>
            <a:r>
              <a:rPr sz="1800" spc="-25" dirty="0">
                <a:latin typeface="Calibri"/>
                <a:cs typeface="Calibri"/>
              </a:rPr>
              <a:t> </a:t>
            </a:r>
            <a:r>
              <a:rPr sz="1800" dirty="0">
                <a:latin typeface="Calibri"/>
                <a:cs typeface="Calibri"/>
              </a:rPr>
              <a:t>with</a:t>
            </a:r>
            <a:r>
              <a:rPr sz="1800" spc="-35" dirty="0">
                <a:latin typeface="Calibri"/>
                <a:cs typeface="Calibri"/>
              </a:rPr>
              <a:t> </a:t>
            </a:r>
            <a:r>
              <a:rPr sz="1800" spc="-10" dirty="0">
                <a:latin typeface="Calibri"/>
                <a:cs typeface="Calibri"/>
              </a:rPr>
              <a:t>self-</a:t>
            </a:r>
            <a:r>
              <a:rPr sz="1800" dirty="0">
                <a:latin typeface="Calibri"/>
                <a:cs typeface="Calibri"/>
              </a:rPr>
              <a:t>driving</a:t>
            </a:r>
            <a:r>
              <a:rPr sz="1800" spc="-10" dirty="0">
                <a:latin typeface="Calibri"/>
                <a:cs typeface="Calibri"/>
              </a:rPr>
              <a:t> </a:t>
            </a:r>
            <a:r>
              <a:rPr sz="1800" dirty="0">
                <a:latin typeface="Calibri"/>
                <a:cs typeface="Calibri"/>
              </a:rPr>
              <a:t>cars</a:t>
            </a:r>
            <a:r>
              <a:rPr sz="1800" spc="-35" dirty="0">
                <a:latin typeface="Calibri"/>
                <a:cs typeface="Calibri"/>
              </a:rPr>
              <a:t> </a:t>
            </a:r>
            <a:r>
              <a:rPr sz="1800" dirty="0">
                <a:latin typeface="Calibri"/>
                <a:cs typeface="Calibri"/>
              </a:rPr>
              <a:t>,guiding</a:t>
            </a:r>
            <a:r>
              <a:rPr sz="1800" spc="-5" dirty="0">
                <a:latin typeface="Calibri"/>
                <a:cs typeface="Calibri"/>
              </a:rPr>
              <a:t> </a:t>
            </a:r>
            <a:r>
              <a:rPr sz="1800" dirty="0">
                <a:latin typeface="Calibri"/>
                <a:cs typeface="Calibri"/>
              </a:rPr>
              <a:t>them</a:t>
            </a:r>
            <a:r>
              <a:rPr sz="1800" spc="-5" dirty="0">
                <a:latin typeface="Calibri"/>
                <a:cs typeface="Calibri"/>
              </a:rPr>
              <a:t> </a:t>
            </a:r>
            <a:r>
              <a:rPr sz="1800" dirty="0">
                <a:latin typeface="Calibri"/>
                <a:cs typeface="Calibri"/>
              </a:rPr>
              <a:t>to</a:t>
            </a:r>
            <a:r>
              <a:rPr sz="1800" spc="-60" dirty="0">
                <a:latin typeface="Calibri"/>
                <a:cs typeface="Calibri"/>
              </a:rPr>
              <a:t> </a:t>
            </a:r>
            <a:r>
              <a:rPr sz="1800" dirty="0">
                <a:latin typeface="Calibri"/>
                <a:cs typeface="Calibri"/>
              </a:rPr>
              <a:t>available</a:t>
            </a:r>
            <a:r>
              <a:rPr sz="1800" spc="-10" dirty="0">
                <a:latin typeface="Calibri"/>
                <a:cs typeface="Calibri"/>
              </a:rPr>
              <a:t> </a:t>
            </a:r>
            <a:r>
              <a:rPr sz="1800" dirty="0">
                <a:latin typeface="Calibri"/>
                <a:cs typeface="Calibri"/>
              </a:rPr>
              <a:t>spots</a:t>
            </a:r>
            <a:r>
              <a:rPr sz="1800" spc="-35" dirty="0">
                <a:latin typeface="Calibri"/>
                <a:cs typeface="Calibri"/>
              </a:rPr>
              <a:t> </a:t>
            </a:r>
            <a:r>
              <a:rPr sz="1800" dirty="0">
                <a:latin typeface="Calibri"/>
                <a:cs typeface="Calibri"/>
              </a:rPr>
              <a:t>and</a:t>
            </a:r>
            <a:r>
              <a:rPr sz="1800" spc="-35" dirty="0">
                <a:latin typeface="Calibri"/>
                <a:cs typeface="Calibri"/>
              </a:rPr>
              <a:t> </a:t>
            </a:r>
            <a:r>
              <a:rPr sz="1800" spc="-20" dirty="0">
                <a:latin typeface="Calibri"/>
                <a:cs typeface="Calibri"/>
              </a:rPr>
              <a:t>park</a:t>
            </a:r>
            <a:endParaRPr sz="1800" dirty="0">
              <a:latin typeface="Calibri"/>
              <a:cs typeface="Calibri"/>
            </a:endParaRPr>
          </a:p>
          <a:p>
            <a:pPr marL="323850">
              <a:lnSpc>
                <a:spcPct val="100000"/>
              </a:lnSpc>
              <a:tabLst>
                <a:tab pos="10420985" algn="l"/>
              </a:tabLst>
            </a:pPr>
            <a:r>
              <a:rPr sz="1800" spc="-10" dirty="0">
                <a:latin typeface="Calibri"/>
                <a:cs typeface="Calibri"/>
              </a:rPr>
              <a:t>Real-</a:t>
            </a:r>
            <a:r>
              <a:rPr sz="1800" dirty="0">
                <a:latin typeface="Calibri"/>
                <a:cs typeface="Calibri"/>
              </a:rPr>
              <a:t>time</a:t>
            </a:r>
            <a:r>
              <a:rPr sz="1800" spc="130" dirty="0">
                <a:latin typeface="Calibri"/>
                <a:cs typeface="Calibri"/>
              </a:rPr>
              <a:t> </a:t>
            </a:r>
            <a:r>
              <a:rPr sz="1800" dirty="0">
                <a:latin typeface="Calibri"/>
                <a:cs typeface="Calibri"/>
              </a:rPr>
              <a:t>monitoring</a:t>
            </a:r>
            <a:r>
              <a:rPr sz="1800" spc="135" dirty="0">
                <a:latin typeface="Calibri"/>
                <a:cs typeface="Calibri"/>
              </a:rPr>
              <a:t> </a:t>
            </a:r>
            <a:r>
              <a:rPr sz="1800" dirty="0">
                <a:latin typeface="Calibri"/>
                <a:cs typeface="Calibri"/>
              </a:rPr>
              <a:t>and</a:t>
            </a:r>
            <a:r>
              <a:rPr sz="1800" spc="155" dirty="0">
                <a:latin typeface="Calibri"/>
                <a:cs typeface="Calibri"/>
              </a:rPr>
              <a:t> </a:t>
            </a:r>
            <a:r>
              <a:rPr sz="1800" dirty="0">
                <a:latin typeface="Calibri"/>
                <a:cs typeface="Calibri"/>
              </a:rPr>
              <a:t>management</a:t>
            </a:r>
            <a:r>
              <a:rPr sz="1800" spc="165" dirty="0">
                <a:latin typeface="Calibri"/>
                <a:cs typeface="Calibri"/>
              </a:rPr>
              <a:t> </a:t>
            </a:r>
            <a:r>
              <a:rPr sz="1800" dirty="0">
                <a:latin typeface="Calibri"/>
                <a:cs typeface="Calibri"/>
              </a:rPr>
              <a:t>of</a:t>
            </a:r>
            <a:r>
              <a:rPr sz="1800" spc="160" dirty="0">
                <a:latin typeface="Calibri"/>
                <a:cs typeface="Calibri"/>
              </a:rPr>
              <a:t> </a:t>
            </a:r>
            <a:r>
              <a:rPr sz="1800" dirty="0">
                <a:latin typeface="Calibri"/>
                <a:cs typeface="Calibri"/>
              </a:rPr>
              <a:t>parking</a:t>
            </a:r>
            <a:r>
              <a:rPr sz="1800" spc="155" dirty="0">
                <a:latin typeface="Calibri"/>
                <a:cs typeface="Calibri"/>
              </a:rPr>
              <a:t> </a:t>
            </a:r>
            <a:r>
              <a:rPr sz="1800" dirty="0">
                <a:latin typeface="Calibri"/>
                <a:cs typeface="Calibri"/>
              </a:rPr>
              <a:t>spaces</a:t>
            </a:r>
            <a:r>
              <a:rPr sz="1800" spc="155" dirty="0">
                <a:latin typeface="Calibri"/>
                <a:cs typeface="Calibri"/>
              </a:rPr>
              <a:t> </a:t>
            </a:r>
            <a:r>
              <a:rPr sz="1800" dirty="0">
                <a:latin typeface="Calibri"/>
                <a:cs typeface="Calibri"/>
              </a:rPr>
              <a:t>will</a:t>
            </a:r>
            <a:r>
              <a:rPr sz="1800" spc="155" dirty="0">
                <a:latin typeface="Calibri"/>
                <a:cs typeface="Calibri"/>
              </a:rPr>
              <a:t> </a:t>
            </a:r>
            <a:r>
              <a:rPr sz="1800" dirty="0">
                <a:latin typeface="Calibri"/>
                <a:cs typeface="Calibri"/>
              </a:rPr>
              <a:t>become</a:t>
            </a:r>
            <a:r>
              <a:rPr sz="1800" spc="135" dirty="0">
                <a:latin typeface="Calibri"/>
                <a:cs typeface="Calibri"/>
              </a:rPr>
              <a:t> </a:t>
            </a:r>
            <a:r>
              <a:rPr sz="1800" dirty="0">
                <a:latin typeface="Calibri"/>
                <a:cs typeface="Calibri"/>
              </a:rPr>
              <a:t>more</a:t>
            </a:r>
            <a:r>
              <a:rPr sz="1800" spc="155" dirty="0">
                <a:latin typeface="Calibri"/>
                <a:cs typeface="Calibri"/>
              </a:rPr>
              <a:t> </a:t>
            </a:r>
            <a:r>
              <a:rPr sz="1800" dirty="0">
                <a:latin typeface="Calibri"/>
                <a:cs typeface="Calibri"/>
              </a:rPr>
              <a:t>prevalent,</a:t>
            </a:r>
            <a:r>
              <a:rPr sz="1800" spc="145" dirty="0">
                <a:latin typeface="Calibri"/>
                <a:cs typeface="Calibri"/>
              </a:rPr>
              <a:t> </a:t>
            </a:r>
            <a:r>
              <a:rPr sz="1800" dirty="0">
                <a:latin typeface="Calibri"/>
                <a:cs typeface="Calibri"/>
              </a:rPr>
              <a:t>optimizing</a:t>
            </a:r>
            <a:r>
              <a:rPr sz="1800" spc="155" dirty="0">
                <a:latin typeface="Calibri"/>
                <a:cs typeface="Calibri"/>
              </a:rPr>
              <a:t> </a:t>
            </a:r>
            <a:r>
              <a:rPr sz="1800" spc="-10" dirty="0">
                <a:latin typeface="Calibri"/>
                <a:cs typeface="Calibri"/>
              </a:rPr>
              <a:t>space</a:t>
            </a:r>
            <a:r>
              <a:rPr sz="1800" dirty="0">
                <a:latin typeface="Calibri"/>
                <a:cs typeface="Calibri"/>
              </a:rPr>
              <a:t>	usage</a:t>
            </a:r>
            <a:r>
              <a:rPr sz="1800" spc="135" dirty="0">
                <a:latin typeface="Calibri"/>
                <a:cs typeface="Calibri"/>
              </a:rPr>
              <a:t> </a:t>
            </a:r>
            <a:r>
              <a:rPr sz="1800" spc="-25" dirty="0">
                <a:latin typeface="Calibri"/>
                <a:cs typeface="Calibri"/>
              </a:rPr>
              <a:t>and</a:t>
            </a:r>
            <a:endParaRPr sz="1800" dirty="0">
              <a:latin typeface="Calibri"/>
              <a:cs typeface="Calibri"/>
            </a:endParaRPr>
          </a:p>
          <a:p>
            <a:pPr marL="12700">
              <a:lnSpc>
                <a:spcPct val="100000"/>
              </a:lnSpc>
            </a:pPr>
            <a:r>
              <a:rPr sz="1800" dirty="0">
                <a:latin typeface="Calibri"/>
                <a:cs typeface="Calibri"/>
              </a:rPr>
              <a:t>reducing</a:t>
            </a:r>
            <a:r>
              <a:rPr sz="1800" spc="-45" dirty="0">
                <a:latin typeface="Calibri"/>
                <a:cs typeface="Calibri"/>
              </a:rPr>
              <a:t> </a:t>
            </a:r>
            <a:r>
              <a:rPr sz="1800" spc="-10" dirty="0">
                <a:latin typeface="Calibri"/>
                <a:cs typeface="Calibri"/>
              </a:rPr>
              <a:t>congestion.</a:t>
            </a:r>
            <a:endParaRPr sz="1800" dirty="0">
              <a:latin typeface="Calibri"/>
              <a:cs typeface="Calibri"/>
            </a:endParaRPr>
          </a:p>
          <a:p>
            <a:pPr marL="326390">
              <a:lnSpc>
                <a:spcPct val="100000"/>
              </a:lnSpc>
            </a:pPr>
            <a:r>
              <a:rPr sz="1800" dirty="0">
                <a:latin typeface="Calibri"/>
                <a:cs typeface="Calibri"/>
              </a:rPr>
              <a:t>Will</a:t>
            </a:r>
            <a:r>
              <a:rPr sz="1800" spc="-30" dirty="0">
                <a:latin typeface="Calibri"/>
                <a:cs typeface="Calibri"/>
              </a:rPr>
              <a:t> </a:t>
            </a:r>
            <a:r>
              <a:rPr sz="1800" dirty="0">
                <a:latin typeface="Calibri"/>
                <a:cs typeface="Calibri"/>
              </a:rPr>
              <a:t>enable</a:t>
            </a:r>
            <a:r>
              <a:rPr sz="1800" spc="-10" dirty="0">
                <a:latin typeface="Calibri"/>
                <a:cs typeface="Calibri"/>
              </a:rPr>
              <a:t> </a:t>
            </a:r>
            <a:r>
              <a:rPr sz="1800" dirty="0">
                <a:latin typeface="Calibri"/>
                <a:cs typeface="Calibri"/>
              </a:rPr>
              <a:t>online</a:t>
            </a:r>
            <a:r>
              <a:rPr sz="1800" spc="-10" dirty="0">
                <a:latin typeface="Calibri"/>
                <a:cs typeface="Calibri"/>
              </a:rPr>
              <a:t> </a:t>
            </a:r>
            <a:r>
              <a:rPr sz="1800" spc="-20" dirty="0">
                <a:latin typeface="Calibri"/>
                <a:cs typeface="Calibri"/>
              </a:rPr>
              <a:t>pre-</a:t>
            </a:r>
            <a:r>
              <a:rPr sz="1800" dirty="0">
                <a:latin typeface="Calibri"/>
                <a:cs typeface="Calibri"/>
              </a:rPr>
              <a:t>payment</a:t>
            </a:r>
            <a:r>
              <a:rPr sz="1800" spc="-20" dirty="0">
                <a:latin typeface="Calibri"/>
                <a:cs typeface="Calibri"/>
              </a:rPr>
              <a:t> </a:t>
            </a:r>
            <a:r>
              <a:rPr sz="1800" dirty="0">
                <a:latin typeface="Calibri"/>
                <a:cs typeface="Calibri"/>
              </a:rPr>
              <a:t>and</a:t>
            </a:r>
            <a:r>
              <a:rPr sz="1800" spc="-10" dirty="0">
                <a:latin typeface="Calibri"/>
                <a:cs typeface="Calibri"/>
              </a:rPr>
              <a:t> </a:t>
            </a:r>
            <a:r>
              <a:rPr sz="1800" dirty="0">
                <a:latin typeface="Calibri"/>
                <a:cs typeface="Calibri"/>
              </a:rPr>
              <a:t>streamline</a:t>
            </a:r>
            <a:r>
              <a:rPr sz="1800" spc="-30"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parking</a:t>
            </a:r>
            <a:r>
              <a:rPr sz="1800" spc="-10" dirty="0">
                <a:latin typeface="Calibri"/>
                <a:cs typeface="Calibri"/>
              </a:rPr>
              <a:t> process.</a:t>
            </a:r>
            <a:endParaRPr sz="1800" dirty="0">
              <a:latin typeface="Calibri"/>
              <a:cs typeface="Calibri"/>
            </a:endParaRPr>
          </a:p>
        </p:txBody>
      </p:sp>
      <p:sp>
        <p:nvSpPr>
          <p:cNvPr id="9" name="Title 8">
            <a:extLst>
              <a:ext uri="{FF2B5EF4-FFF2-40B4-BE49-F238E27FC236}">
                <a16:creationId xmlns:a16="http://schemas.microsoft.com/office/drawing/2014/main" id="{0A6EAA57-F364-2C36-6855-0EE34BEF6639}"/>
              </a:ext>
            </a:extLst>
          </p:cNvPr>
          <p:cNvSpPr>
            <a:spLocks noGrp="1"/>
          </p:cNvSpPr>
          <p:nvPr>
            <p:ph type="title"/>
          </p:nvPr>
        </p:nvSpPr>
        <p:spPr>
          <a:xfrm>
            <a:off x="1880700" y="455530"/>
            <a:ext cx="8026400" cy="966800"/>
          </a:xfrm>
        </p:spPr>
        <p:txBody>
          <a:bodyPr/>
          <a:lstStyle/>
          <a:p>
            <a:r>
              <a:rPr lang="en-IN" sz="3600" b="1" dirty="0">
                <a:latin typeface="Times New Roman" panose="02020603050405020304" pitchFamily="18" charset="0"/>
                <a:cs typeface="Times New Roman" panose="02020603050405020304" pitchFamily="18" charset="0"/>
              </a:rPr>
              <a:t>IMPACT AND BENEFITS</a:t>
            </a:r>
          </a:p>
        </p:txBody>
      </p:sp>
      <p:sp>
        <p:nvSpPr>
          <p:cNvPr id="11" name="object 8">
            <a:extLst>
              <a:ext uri="{FF2B5EF4-FFF2-40B4-BE49-F238E27FC236}">
                <a16:creationId xmlns:a16="http://schemas.microsoft.com/office/drawing/2014/main" id="{DC194A47-3B26-9BA5-FA3B-ED56ED44799C}"/>
              </a:ext>
            </a:extLst>
          </p:cNvPr>
          <p:cNvSpPr/>
          <p:nvPr/>
        </p:nvSpPr>
        <p:spPr>
          <a:xfrm>
            <a:off x="328967" y="440731"/>
            <a:ext cx="2453640" cy="807720"/>
          </a:xfrm>
          <a:custGeom>
            <a:avLst/>
            <a:gdLst/>
            <a:ahLst/>
            <a:cxnLst/>
            <a:rect l="l" t="t" r="r" b="b"/>
            <a:pathLst>
              <a:path w="2453640" h="807719">
                <a:moveTo>
                  <a:pt x="0" y="403860"/>
                </a:moveTo>
                <a:lnTo>
                  <a:pt x="7699" y="358366"/>
                </a:lnTo>
                <a:lnTo>
                  <a:pt x="30244" y="314349"/>
                </a:lnTo>
                <a:lnTo>
                  <a:pt x="66807" y="272081"/>
                </a:lnTo>
                <a:lnTo>
                  <a:pt x="116558" y="231835"/>
                </a:lnTo>
                <a:lnTo>
                  <a:pt x="178671" y="193884"/>
                </a:lnTo>
                <a:lnTo>
                  <a:pt x="214103" y="175855"/>
                </a:lnTo>
                <a:lnTo>
                  <a:pt x="252315" y="158502"/>
                </a:lnTo>
                <a:lnTo>
                  <a:pt x="293203" y="141858"/>
                </a:lnTo>
                <a:lnTo>
                  <a:pt x="336663" y="125960"/>
                </a:lnTo>
                <a:lnTo>
                  <a:pt x="382592" y="110839"/>
                </a:lnTo>
                <a:lnTo>
                  <a:pt x="430886" y="96532"/>
                </a:lnTo>
                <a:lnTo>
                  <a:pt x="481442" y="83070"/>
                </a:lnTo>
                <a:lnTo>
                  <a:pt x="534155" y="70490"/>
                </a:lnTo>
                <a:lnTo>
                  <a:pt x="588924" y="58825"/>
                </a:lnTo>
                <a:lnTo>
                  <a:pt x="645643" y="48109"/>
                </a:lnTo>
                <a:lnTo>
                  <a:pt x="704209" y="38376"/>
                </a:lnTo>
                <a:lnTo>
                  <a:pt x="764520" y="29660"/>
                </a:lnTo>
                <a:lnTo>
                  <a:pt x="826470" y="21995"/>
                </a:lnTo>
                <a:lnTo>
                  <a:pt x="889958" y="15417"/>
                </a:lnTo>
                <a:lnTo>
                  <a:pt x="954878" y="9957"/>
                </a:lnTo>
                <a:lnTo>
                  <a:pt x="1021128" y="5652"/>
                </a:lnTo>
                <a:lnTo>
                  <a:pt x="1088604" y="2534"/>
                </a:lnTo>
                <a:lnTo>
                  <a:pt x="1157202" y="639"/>
                </a:lnTo>
                <a:lnTo>
                  <a:pt x="1226820" y="0"/>
                </a:lnTo>
                <a:lnTo>
                  <a:pt x="1296436" y="639"/>
                </a:lnTo>
                <a:lnTo>
                  <a:pt x="1365033" y="2534"/>
                </a:lnTo>
                <a:lnTo>
                  <a:pt x="1432508" y="5652"/>
                </a:lnTo>
                <a:lnTo>
                  <a:pt x="1498757" y="9957"/>
                </a:lnTo>
                <a:lnTo>
                  <a:pt x="1563677" y="15417"/>
                </a:lnTo>
                <a:lnTo>
                  <a:pt x="1627164" y="21995"/>
                </a:lnTo>
                <a:lnTo>
                  <a:pt x="1689114" y="29660"/>
                </a:lnTo>
                <a:lnTo>
                  <a:pt x="1749424" y="38376"/>
                </a:lnTo>
                <a:lnTo>
                  <a:pt x="1807991" y="48109"/>
                </a:lnTo>
                <a:lnTo>
                  <a:pt x="1864710" y="58825"/>
                </a:lnTo>
                <a:lnTo>
                  <a:pt x="1919478" y="70490"/>
                </a:lnTo>
                <a:lnTo>
                  <a:pt x="1972192" y="83070"/>
                </a:lnTo>
                <a:lnTo>
                  <a:pt x="2022748" y="96532"/>
                </a:lnTo>
                <a:lnTo>
                  <a:pt x="2071042" y="110839"/>
                </a:lnTo>
                <a:lnTo>
                  <a:pt x="2116971" y="125960"/>
                </a:lnTo>
                <a:lnTo>
                  <a:pt x="2160432" y="141858"/>
                </a:lnTo>
                <a:lnTo>
                  <a:pt x="2201320" y="158502"/>
                </a:lnTo>
                <a:lnTo>
                  <a:pt x="2239532" y="175855"/>
                </a:lnTo>
                <a:lnTo>
                  <a:pt x="2274965" y="193884"/>
                </a:lnTo>
                <a:lnTo>
                  <a:pt x="2337078" y="231835"/>
                </a:lnTo>
                <a:lnTo>
                  <a:pt x="2386831" y="272081"/>
                </a:lnTo>
                <a:lnTo>
                  <a:pt x="2423394" y="314349"/>
                </a:lnTo>
                <a:lnTo>
                  <a:pt x="2445940" y="358366"/>
                </a:lnTo>
                <a:lnTo>
                  <a:pt x="2453640" y="403860"/>
                </a:lnTo>
                <a:lnTo>
                  <a:pt x="2451697" y="426774"/>
                </a:lnTo>
                <a:lnTo>
                  <a:pt x="2436471" y="471563"/>
                </a:lnTo>
                <a:lnTo>
                  <a:pt x="2406813" y="514740"/>
                </a:lnTo>
                <a:lnTo>
                  <a:pt x="2363552" y="556031"/>
                </a:lnTo>
                <a:lnTo>
                  <a:pt x="2307515" y="595163"/>
                </a:lnTo>
                <a:lnTo>
                  <a:pt x="2239532" y="631864"/>
                </a:lnTo>
                <a:lnTo>
                  <a:pt x="2201320" y="649217"/>
                </a:lnTo>
                <a:lnTo>
                  <a:pt x="2160432" y="665861"/>
                </a:lnTo>
                <a:lnTo>
                  <a:pt x="2116971" y="681759"/>
                </a:lnTo>
                <a:lnTo>
                  <a:pt x="2071042" y="696880"/>
                </a:lnTo>
                <a:lnTo>
                  <a:pt x="2022748" y="711187"/>
                </a:lnTo>
                <a:lnTo>
                  <a:pt x="1972192" y="724649"/>
                </a:lnTo>
                <a:lnTo>
                  <a:pt x="1919478" y="737229"/>
                </a:lnTo>
                <a:lnTo>
                  <a:pt x="1864710" y="748894"/>
                </a:lnTo>
                <a:lnTo>
                  <a:pt x="1807991" y="759610"/>
                </a:lnTo>
                <a:lnTo>
                  <a:pt x="1749424" y="769343"/>
                </a:lnTo>
                <a:lnTo>
                  <a:pt x="1689114" y="778059"/>
                </a:lnTo>
                <a:lnTo>
                  <a:pt x="1627164" y="785724"/>
                </a:lnTo>
                <a:lnTo>
                  <a:pt x="1563677" y="792302"/>
                </a:lnTo>
                <a:lnTo>
                  <a:pt x="1498757" y="797762"/>
                </a:lnTo>
                <a:lnTo>
                  <a:pt x="1432508" y="802067"/>
                </a:lnTo>
                <a:lnTo>
                  <a:pt x="1365033" y="805185"/>
                </a:lnTo>
                <a:lnTo>
                  <a:pt x="1296436" y="807080"/>
                </a:lnTo>
                <a:lnTo>
                  <a:pt x="1226820" y="807720"/>
                </a:lnTo>
                <a:lnTo>
                  <a:pt x="1157202" y="807080"/>
                </a:lnTo>
                <a:lnTo>
                  <a:pt x="1088604" y="805185"/>
                </a:lnTo>
                <a:lnTo>
                  <a:pt x="1021128" y="802067"/>
                </a:lnTo>
                <a:lnTo>
                  <a:pt x="954878" y="797762"/>
                </a:lnTo>
                <a:lnTo>
                  <a:pt x="889958" y="792302"/>
                </a:lnTo>
                <a:lnTo>
                  <a:pt x="826470" y="785724"/>
                </a:lnTo>
                <a:lnTo>
                  <a:pt x="764520" y="778059"/>
                </a:lnTo>
                <a:lnTo>
                  <a:pt x="704209" y="769343"/>
                </a:lnTo>
                <a:lnTo>
                  <a:pt x="645643" y="759610"/>
                </a:lnTo>
                <a:lnTo>
                  <a:pt x="588924" y="748894"/>
                </a:lnTo>
                <a:lnTo>
                  <a:pt x="534155" y="737229"/>
                </a:lnTo>
                <a:lnTo>
                  <a:pt x="481442" y="724649"/>
                </a:lnTo>
                <a:lnTo>
                  <a:pt x="430886" y="711187"/>
                </a:lnTo>
                <a:lnTo>
                  <a:pt x="382592" y="696880"/>
                </a:lnTo>
                <a:lnTo>
                  <a:pt x="336663" y="681759"/>
                </a:lnTo>
                <a:lnTo>
                  <a:pt x="293203" y="665861"/>
                </a:lnTo>
                <a:lnTo>
                  <a:pt x="252315" y="649217"/>
                </a:lnTo>
                <a:lnTo>
                  <a:pt x="214103" y="631864"/>
                </a:lnTo>
                <a:lnTo>
                  <a:pt x="178671" y="613835"/>
                </a:lnTo>
                <a:lnTo>
                  <a:pt x="116558" y="575884"/>
                </a:lnTo>
                <a:lnTo>
                  <a:pt x="66807" y="535638"/>
                </a:lnTo>
                <a:lnTo>
                  <a:pt x="30244" y="493370"/>
                </a:lnTo>
                <a:lnTo>
                  <a:pt x="7699" y="449353"/>
                </a:lnTo>
                <a:lnTo>
                  <a:pt x="0" y="403860"/>
                </a:lnTo>
                <a:close/>
              </a:path>
            </a:pathLst>
          </a:custGeom>
          <a:ln w="24384">
            <a:solidFill>
              <a:srgbClr val="8063A1"/>
            </a:solidFill>
          </a:ln>
        </p:spPr>
        <p:txBody>
          <a:bodyPr wrap="square" lIns="0" tIns="0" rIns="0" bIns="0" rtlCol="0"/>
          <a:lstStyle/>
          <a:p>
            <a:endParaRPr/>
          </a:p>
        </p:txBody>
      </p:sp>
      <p:sp>
        <p:nvSpPr>
          <p:cNvPr id="12" name="object 9">
            <a:extLst>
              <a:ext uri="{FF2B5EF4-FFF2-40B4-BE49-F238E27FC236}">
                <a16:creationId xmlns:a16="http://schemas.microsoft.com/office/drawing/2014/main" id="{9515D1F5-20BF-C990-6D67-098C9845573C}"/>
              </a:ext>
            </a:extLst>
          </p:cNvPr>
          <p:cNvSpPr txBox="1"/>
          <p:nvPr/>
        </p:nvSpPr>
        <p:spPr>
          <a:xfrm>
            <a:off x="816964" y="721975"/>
            <a:ext cx="147764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ACRO</a:t>
            </a:r>
            <a:r>
              <a:rPr sz="1800" spc="-20" dirty="0">
                <a:latin typeface="Calibri"/>
                <a:cs typeface="Calibri"/>
              </a:rPr>
              <a:t> </a:t>
            </a:r>
            <a:r>
              <a:rPr sz="1800" spc="-10" dirty="0">
                <a:latin typeface="Calibri"/>
                <a:cs typeface="Calibri"/>
              </a:rPr>
              <a:t>WIZARDS</a:t>
            </a:r>
            <a:endParaRPr sz="18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p:nvPr/>
        </p:nvSpPr>
        <p:spPr>
          <a:xfrm>
            <a:off x="0" y="6354762"/>
            <a:ext cx="12191999" cy="503238"/>
          </a:xfrm>
          <a:prstGeom prst="rect">
            <a:avLst/>
          </a:prstGeom>
          <a:solidFill>
            <a:srgbClr val="0070C0"/>
          </a:solidFill>
          <a:ln>
            <a:noFill/>
          </a:ln>
          <a:effectLst>
            <a:outerShdw dist="23000" dir="5400000" rotWithShape="0">
              <a:srgbClr val="808080">
                <a:alpha val="3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953734"/>
              </a:solidFill>
              <a:latin typeface="Calibri"/>
              <a:ea typeface="Calibri"/>
              <a:cs typeface="Calibri"/>
              <a:sym typeface="Calibri"/>
            </a:endParaRPr>
          </a:p>
        </p:txBody>
      </p:sp>
      <p:sp>
        <p:nvSpPr>
          <p:cNvPr id="2" name="Title 1">
            <a:extLst>
              <a:ext uri="{FF2B5EF4-FFF2-40B4-BE49-F238E27FC236}">
                <a16:creationId xmlns:a16="http://schemas.microsoft.com/office/drawing/2014/main" id="{6EEA14ED-E023-C541-E8F7-F4EEA762233A}"/>
              </a:ext>
            </a:extLst>
          </p:cNvPr>
          <p:cNvSpPr>
            <a:spLocks noGrp="1"/>
          </p:cNvSpPr>
          <p:nvPr>
            <p:ph type="title"/>
          </p:nvPr>
        </p:nvSpPr>
        <p:spPr>
          <a:xfrm>
            <a:off x="1089632" y="774419"/>
            <a:ext cx="9730196" cy="1440100"/>
          </a:xfrm>
        </p:spPr>
        <p:txBody>
          <a:bodyPr/>
          <a:lstStyle/>
          <a:p>
            <a:r>
              <a:rPr lang="en-IN" sz="3600" b="1" dirty="0">
                <a:latin typeface="Times New Roman" panose="02020603050405020304" pitchFamily="18" charset="0"/>
                <a:cs typeface="Times New Roman" panose="02020603050405020304" pitchFamily="18" charset="0"/>
              </a:rPr>
              <a:t>CONCLUSION AND FUTURE WORK</a:t>
            </a:r>
          </a:p>
        </p:txBody>
      </p:sp>
      <p:sp>
        <p:nvSpPr>
          <p:cNvPr id="172" name="Google Shape;172;p7"/>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a:buClr>
                <a:srgbClr val="FFFFFF"/>
              </a:buClr>
              <a:buSzPts val="1200"/>
            </a:pPr>
            <a:endParaRPr lang="en-IN" dirty="0">
              <a:solidFill>
                <a:srgbClr val="FFFFFF"/>
              </a:solidFill>
            </a:endParaRPr>
          </a:p>
          <a:p>
            <a:pPr>
              <a:buClr>
                <a:srgbClr val="FFFFFF"/>
              </a:buClr>
              <a:buSzPts val="1200"/>
            </a:pPr>
            <a:r>
              <a:rPr lang="en-IN" dirty="0">
                <a:solidFill>
                  <a:srgbClr val="FFFFFF"/>
                </a:solidFill>
              </a:rPr>
              <a:t>DYNAMIC PARKING MANAGEMENT SYSTEM</a:t>
            </a:r>
          </a:p>
          <a:p>
            <a:pPr marL="0" marR="0" lvl="0" indent="0" algn="ctr" rtl="0">
              <a:lnSpc>
                <a:spcPct val="100000"/>
              </a:lnSpc>
              <a:spcBef>
                <a:spcPts val="0"/>
              </a:spcBef>
              <a:spcAft>
                <a:spcPts val="0"/>
              </a:spcAft>
              <a:buClr>
                <a:srgbClr val="FFFFFF"/>
              </a:buClr>
              <a:buSzPts val="1200"/>
              <a:buFont typeface="Oswald"/>
              <a:buNone/>
            </a:pPr>
            <a:endParaRPr sz="1200" b="0" i="0" u="none" strike="noStrike" cap="none" dirty="0">
              <a:solidFill>
                <a:srgbClr val="FFFFFF"/>
              </a:solidFill>
              <a:latin typeface="Oswald"/>
              <a:ea typeface="Oswald"/>
              <a:cs typeface="Oswald"/>
              <a:sym typeface="Oswald"/>
            </a:endParaRPr>
          </a:p>
        </p:txBody>
      </p:sp>
      <p:sp>
        <p:nvSpPr>
          <p:cNvPr id="171" name="Google Shape;171;p7"/>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FFFF"/>
              </a:buClr>
              <a:buSzPts val="1200"/>
              <a:buFont typeface="Oswald"/>
              <a:buNone/>
            </a:pPr>
            <a:fld id="{00000000-1234-1234-1234-123412341234}" type="slidenum">
              <a:rPr lang="en-US" sz="1200" b="1" i="0" u="none" strike="noStrike" cap="none">
                <a:solidFill>
                  <a:srgbClr val="FFFFFF"/>
                </a:solidFill>
                <a:latin typeface="Oswald"/>
                <a:ea typeface="Oswald"/>
                <a:cs typeface="Oswald"/>
                <a:sym typeface="Oswald"/>
              </a:rPr>
              <a:t>6</a:t>
            </a:fld>
            <a:endParaRPr sz="1200" b="1" i="0" u="none" strike="noStrike" cap="none">
              <a:solidFill>
                <a:srgbClr val="FFFFFF"/>
              </a:solidFill>
              <a:latin typeface="Oswald"/>
              <a:ea typeface="Oswald"/>
              <a:cs typeface="Oswald"/>
              <a:sym typeface="Oswald"/>
            </a:endParaRPr>
          </a:p>
        </p:txBody>
      </p:sp>
      <p:sp>
        <p:nvSpPr>
          <p:cNvPr id="174" name="Google Shape;174;p7"/>
          <p:cNvSpPr txBox="1"/>
          <p:nvPr/>
        </p:nvSpPr>
        <p:spPr>
          <a:xfrm>
            <a:off x="333462" y="2214519"/>
            <a:ext cx="11653170" cy="3753135"/>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ts val="1800"/>
              <a:buFont typeface="Calibri"/>
              <a:buAutoNum type="arabicPeriod"/>
            </a:pPr>
            <a:endParaRPr sz="2000" b="1" i="0" u="none" strike="noStrike" cap="none" dirty="0">
              <a:solidFill>
                <a:schemeClr val="dk1"/>
              </a:solidFill>
              <a:latin typeface="Arial"/>
              <a:ea typeface="Arial"/>
              <a:cs typeface="Arial"/>
              <a:sym typeface="Arial"/>
            </a:endParaRPr>
          </a:p>
        </p:txBody>
      </p:sp>
      <p:pic>
        <p:nvPicPr>
          <p:cNvPr id="177" name="Google Shape;177;p7"/>
          <p:cNvPicPr preferRelativeResize="0"/>
          <p:nvPr/>
        </p:nvPicPr>
        <p:blipFill>
          <a:blip r:embed="rId3">
            <a:alphaModFix/>
          </a:blip>
          <a:stretch>
            <a:fillRect/>
          </a:stretch>
        </p:blipFill>
        <p:spPr>
          <a:xfrm>
            <a:off x="9907100" y="238575"/>
            <a:ext cx="2079532" cy="966800"/>
          </a:xfrm>
          <a:prstGeom prst="rect">
            <a:avLst/>
          </a:prstGeom>
          <a:noFill/>
          <a:ln>
            <a:noFill/>
          </a:ln>
        </p:spPr>
      </p:pic>
      <p:sp>
        <p:nvSpPr>
          <p:cNvPr id="10" name="Google Shape;104;p2" descr="Your startup LOGO">
            <a:extLst>
              <a:ext uri="{FF2B5EF4-FFF2-40B4-BE49-F238E27FC236}">
                <a16:creationId xmlns:a16="http://schemas.microsoft.com/office/drawing/2014/main" id="{4D78BFC1-7A45-B0EF-8D2A-D9E3579A16F0}"/>
              </a:ext>
            </a:extLst>
          </p:cNvPr>
          <p:cNvSpPr/>
          <p:nvPr/>
        </p:nvSpPr>
        <p:spPr>
          <a:xfrm>
            <a:off x="206735" y="318432"/>
            <a:ext cx="2452964" cy="807085"/>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ACRO WIZARDS</a:t>
            </a:r>
            <a:endParaRPr sz="1800" dirty="0">
              <a:solidFill>
                <a:schemeClr val="dk1"/>
              </a:solidFill>
              <a:latin typeface="Calibri"/>
              <a:ea typeface="Calibri"/>
              <a:cs typeface="Calibri"/>
              <a:sym typeface="Calibri"/>
            </a:endParaRPr>
          </a:p>
        </p:txBody>
      </p:sp>
      <p:sp>
        <p:nvSpPr>
          <p:cNvPr id="11" name="Google Shape;174;p7"/>
          <p:cNvSpPr txBox="1"/>
          <p:nvPr/>
        </p:nvSpPr>
        <p:spPr>
          <a:xfrm>
            <a:off x="485862" y="2366919"/>
            <a:ext cx="11653170" cy="3753135"/>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ts val="1800"/>
              <a:buFont typeface="Calibri"/>
              <a:buAutoNum type="arabicPeriod"/>
            </a:pPr>
            <a:endParaRPr sz="2000" b="1" i="0" u="none" strike="noStrike" cap="none" dirty="0">
              <a:solidFill>
                <a:schemeClr val="dk1"/>
              </a:solidFill>
              <a:latin typeface="Arial"/>
              <a:ea typeface="Arial"/>
              <a:cs typeface="Arial"/>
              <a:sym typeface="Arial"/>
            </a:endParaRPr>
          </a:p>
        </p:txBody>
      </p:sp>
      <p:sp>
        <p:nvSpPr>
          <p:cNvPr id="12" name="Google Shape;174;p7"/>
          <p:cNvSpPr txBox="1"/>
          <p:nvPr/>
        </p:nvSpPr>
        <p:spPr>
          <a:xfrm>
            <a:off x="206735" y="2214518"/>
            <a:ext cx="11653170" cy="3753135"/>
          </a:xfrm>
          <a:prstGeom prst="rect">
            <a:avLst/>
          </a:prstGeom>
          <a:noFill/>
          <a:ln>
            <a:noFill/>
          </a:ln>
        </p:spPr>
        <p:txBody>
          <a:bodyPr spcFirstLastPara="1" wrap="square" lIns="91425" tIns="45700" rIns="91425" bIns="45700" anchor="t" anchorCtr="0">
            <a:noAutofit/>
          </a:bodyPr>
          <a:lstStyle/>
          <a:p>
            <a:pPr marL="342900" lvl="0" indent="-342900" algn="just">
              <a:lnSpc>
                <a:spcPct val="90000"/>
              </a:lnSpc>
              <a:buClr>
                <a:schemeClr val="dk1"/>
              </a:buClr>
              <a:buSzPts val="1800"/>
              <a:buFont typeface="Arial" panose="020B0604020202020204" pitchFamily="34" charset="0"/>
              <a:buChar char="•"/>
            </a:pPr>
            <a:r>
              <a:rPr lang="en-US" sz="2000" dirty="0">
                <a:solidFill>
                  <a:schemeClr val="dk1"/>
                </a:solidFill>
              </a:rPr>
              <a:t>The idea was to solve current parking problems using a secured wireless network, sensor communication, and IOT. </a:t>
            </a:r>
          </a:p>
          <a:p>
            <a:pPr marL="342900" lvl="0" indent="-342900" algn="just">
              <a:lnSpc>
                <a:spcPct val="90000"/>
              </a:lnSpc>
              <a:buClr>
                <a:schemeClr val="dk1"/>
              </a:buClr>
              <a:buSzPts val="1800"/>
              <a:buFont typeface="Arial" panose="020B0604020202020204" pitchFamily="34" charset="0"/>
              <a:buChar char="•"/>
            </a:pPr>
            <a:r>
              <a:rPr lang="en-US" sz="2000" dirty="0">
                <a:solidFill>
                  <a:schemeClr val="dk1"/>
                </a:solidFill>
              </a:rPr>
              <a:t>This system includes features like Parking Guidance System, Parking Reservation System, Parking Booking and Payment System, and Automatic Driverless Vehicle Parking Facility to provide the best possible parking solution to the customer.</a:t>
            </a:r>
          </a:p>
          <a:p>
            <a:pPr marL="342900" lvl="0" indent="-342900" algn="just">
              <a:lnSpc>
                <a:spcPct val="90000"/>
              </a:lnSpc>
              <a:buClr>
                <a:schemeClr val="dk1"/>
              </a:buClr>
              <a:buSzPts val="1800"/>
              <a:buFont typeface="Arial" panose="020B0604020202020204" pitchFamily="34" charset="0"/>
              <a:buChar char="•"/>
            </a:pPr>
            <a:r>
              <a:rPr lang="en-US" sz="2000" dirty="0">
                <a:solidFill>
                  <a:schemeClr val="dk1"/>
                </a:solidFill>
              </a:rPr>
              <a:t>It offers appropriate vacant parking space information along with booking and recommendation options to facilitate vehicles in a practical, real-time, and precise manner.</a:t>
            </a:r>
          </a:p>
          <a:p>
            <a:pPr marL="342900" lvl="0" indent="-342900" algn="just">
              <a:lnSpc>
                <a:spcPct val="90000"/>
              </a:lnSpc>
              <a:buClr>
                <a:schemeClr val="dk1"/>
              </a:buClr>
              <a:buSzPts val="1800"/>
              <a:buFont typeface="Arial" panose="020B0604020202020204" pitchFamily="34" charset="0"/>
              <a:buChar char="•"/>
            </a:pPr>
            <a:r>
              <a:rPr lang="en-US" sz="2000" dirty="0">
                <a:solidFill>
                  <a:schemeClr val="dk1"/>
                </a:solidFill>
              </a:rPr>
              <a:t>The designed system prototype incorporates a smart driverless vehicle parking facility based on line tracking technology.</a:t>
            </a:r>
            <a:endParaRPr sz="2000" i="0" u="none" strike="noStrike" cap="none" dirty="0">
              <a:solidFill>
                <a:schemeClr val="dk1"/>
              </a:solidFil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830</TotalTime>
  <Words>624</Words>
  <Application>Microsoft Office PowerPoint</Application>
  <PresentationFormat>Widescreen</PresentationFormat>
  <Paragraphs>81</Paragraphs>
  <Slides>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Oswald</vt:lpstr>
      <vt:lpstr>Arial MT</vt:lpstr>
      <vt:lpstr>Arial Black</vt:lpstr>
      <vt:lpstr>Wingdings</vt:lpstr>
      <vt:lpstr>Times New Roman</vt:lpstr>
      <vt:lpstr>Calibri</vt:lpstr>
      <vt:lpstr>Garamond</vt:lpstr>
      <vt:lpstr>Arial</vt:lpstr>
      <vt:lpstr>Office Theme</vt:lpstr>
      <vt:lpstr>SMART INDIA HACKATHON 2025</vt:lpstr>
      <vt:lpstr>PROBLEM STATEMENT</vt:lpstr>
      <vt:lpstr> SOLUTION</vt:lpstr>
      <vt:lpstr>TECHNICAL APPROACH</vt:lpstr>
      <vt:lpstr>IMPACT AND BENEFITS</vt:lpstr>
      <vt:lpstr>CONCLUSION AND 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INDIA HACKATHON 2025</dc:title>
  <dc:creator>Crowdfunder</dc:creator>
  <cp:lastModifiedBy>Deekshitha Vallem</cp:lastModifiedBy>
  <cp:revision>21</cp:revision>
  <dcterms:created xsi:type="dcterms:W3CDTF">2013-12-12T18:46:00Z</dcterms:created>
  <dcterms:modified xsi:type="dcterms:W3CDTF">2025-09-24T08:39:52Z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F549C18D903C4E5EBEC3E7EB818338FD_12</vt:lpwstr>
  </property>
  <property fmtid="{D5CDD505-2E9C-101B-9397-08002B2CF9AE}" pid="3" name="KSOProductBuildVer">
    <vt:lpwstr>1033-12.2.0.18165</vt:lpwstr>
  </property>
</Properties>
</file>